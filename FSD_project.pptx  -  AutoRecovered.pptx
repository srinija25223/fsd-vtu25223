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2" autoAdjust="0"/>
    <p:restoredTop sz="89053" autoAdjust="0"/>
  </p:normalViewPr>
  <p:slideViewPr>
    <p:cSldViewPr>
      <p:cViewPr varScale="1">
        <p:scale>
          <a:sx n="48" d="100"/>
          <a:sy n="48" d="100"/>
        </p:scale>
        <p:origin x="2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07-03-2026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MANNE SRINIJA– VTU25223 – 23UECS1131.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Dr.D.AMU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Assistant Professor Senior Grade</a:t>
            </a: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123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learning environment, online assessment systems are becoming increasingly important for evaluating knowledge quickly and efficiently.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paper-based quizzes require manual checking and consume more time and resources.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Online Quiz System that allows users to answer questions through a web interface.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evaluates answers and calculates the user’s score instantly.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displays correct answers to help users understand their mistakes and improve their knowledge.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feature ensures that the quiz is completed within a fixed time limit.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quiz, users can view their results and download a professional PDF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if they pass.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demonstrates the use of HTML, CSS, JavaScript, Node.js, and MySQL to build an interactive and automated web-based.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2AE25-67C5-5DAC-AFE1-13CC7006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999" y="2770753"/>
            <a:ext cx="15673643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 creates extra workload for instructors or administrators.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Therefore, there is a need for an automated online quiz system that can manage quizzes,        calculate scores instantly, and generate certificates.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system will improve efficiency, accuracy, and user experience for both students and administrators.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many educational institutions, quizzes and assessments are still conducted manually or through basic systems that lack automation.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difficult to manage questions, evaluate answers, and calculate results efficiently.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Manual evaluation also increases the chances of errors and consumes more 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Students do not always receive instant feedback about their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Additionally, generating certificates for successful participants is often done manually.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2806" y="1638300"/>
            <a:ext cx="15082325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an Online Quiz Application that automates the process of conducting quizzes through a web-based platform.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start the quiz, answer multiple-choice questions, and submit their responses within a specified time.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automated online quiz system that allows users to attempt   quizzes, calculates scores instantly, and displays results efficiently.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implement a feature for generating downloadable PDF certificates for users based on their quiz performance.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Online Quiz Application that allows users to attempt multiple-choice questions in an interactive and user-friendly interface.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automated system that evaluates answers instantly, displays results, and generates a downloadable certificate for successful completion.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93930-9B3C-E1A1-8FD5-881C7D201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94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an Online Quiz Application that allows users to attempt multiple-choice questions through a web interface.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displays questions and records user responses in real time.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feature is implemented to manage the quiz duration and ensure fair evaluation.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submission, the system automatically calculates the score and percentage.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correct answers to understand their mistakes and improve learning.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a professional PDF certificate for users who successfully complete the quiz.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stores quiz data in a database for efficient management and retrieval.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manual systems, the proposed system is faster, accurate, user-friendly, and fully automated.</a:t>
            </a: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4263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56057" y="1822281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 Input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their name and starts the quiz.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user responses for each question.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also includes quiz start request and submission.</a:t>
            </a:r>
          </a:p>
          <a:p>
            <a:r>
              <a:rPr lang="en-US" sz="2800" b="1" dirty="0"/>
              <a:t>2. Processing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loads questions from the database and displays them to the user.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controls the quiz duration.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submission, the system evaluates answers and calculates the score and percentage.</a:t>
            </a:r>
          </a:p>
          <a:p>
            <a:r>
              <a:rPr lang="en-US" sz="2800" b="1" dirty="0"/>
              <a:t>3. Database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quiz questions and correct answers.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also store user details and quiz results.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efficient data retrieval and management.</a:t>
            </a:r>
          </a:p>
          <a:p>
            <a:r>
              <a:rPr lang="en-US" sz="2800" b="1" dirty="0"/>
              <a:t>4. Output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quiz result page with score and percentage.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whether the user passed or failed.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eligible, the system generates and downloads a PDF certificate.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3D0D0-3BF1-88F4-7847-4B35A13FB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620" y="1773976"/>
            <a:ext cx="12877800" cy="7135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70087" y="1574399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quiz pages.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create professional styling and layout.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quiz timer, answer selection, and dynamic page updates.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quiz data, checks answers, calculates scores, and generates certificates.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communication between frontend and database.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user details, quiz questions, answers, and quiz results.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Code editor for writing the project files.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(Chrome/Edge) – Used to run and test the project.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(Chrome/Edge)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(VS Code)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88345" y="1463307"/>
            <a:ext cx="15082325" cy="1037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b="1" dirty="0">
              <a:solidFill>
                <a:srgbClr val="FF0000"/>
              </a:solidFill>
            </a:endParaRPr>
          </a:p>
          <a:p>
            <a:endParaRPr lang="en-IN" sz="2800" b="1" dirty="0"/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for accessing the quiz system.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verifies user credentials and stores participant details in the database.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Core Processing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quiz questions, options, and correct answers.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questions to users and records their selected answers during the quiz.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user’s answers after quiz completion.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score and determines whether the user has passed or failed.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Reporting &amp; Analytics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PDF certificate automatically for users who pass the quiz.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certificate includes the user name, score, and completion details.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FCABD-511D-DDF3-3128-5624CCBAD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828800"/>
            <a:ext cx="895475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F0434-F4CD-B48E-706D-8B077DBF1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467" y="1638300"/>
            <a:ext cx="8707065" cy="797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EF23F-C062-9195-A677-D6755E797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069" y="1866900"/>
            <a:ext cx="8973802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97503BB-AD18-7520-4721-C08E5EBB7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40" y="3116261"/>
            <a:ext cx="154590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9A63EFEF-0A44-8B15-24CE-3A8EF3FFC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F33D1E83-A0D7-9728-C13D-0006DC517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9C81ED-1B64-B39B-A1A6-17CDDDC26493}"/>
              </a:ext>
            </a:extLst>
          </p:cNvPr>
          <p:cNvSpPr txBox="1"/>
          <p:nvPr/>
        </p:nvSpPr>
        <p:spPr>
          <a:xfrm>
            <a:off x="1682647" y="2171700"/>
            <a:ext cx="1557665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Evaluation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automatically checks answers and calculates scores, saving time and reducing manual work.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Results: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their quiz results immediately after completion.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Certificate Generation: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users automatically receive a downloadable certificate.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interface makes it easy for users to attempt quizzes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Management: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data, questions, and results are securely stored in the database.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have internet access to take the quiz.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strong security measures, user data could be vulnerable.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require upgrades to support a large number of users simultaneously.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1255</Words>
  <Application>Microsoft Office PowerPoint</Application>
  <PresentationFormat>Custom</PresentationFormat>
  <Paragraphs>294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Cambria</vt:lpstr>
      <vt:lpstr>Wingdings</vt:lpstr>
      <vt:lpstr>Gotham Bold Italics</vt:lpstr>
      <vt:lpstr>Bookman Old Style</vt:lpstr>
      <vt:lpstr>Arial</vt:lpstr>
      <vt:lpstr>Calibri</vt:lpstr>
      <vt:lpstr>Gotham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DELL</dc:creator>
  <cp:lastModifiedBy>Neelima Kurakula</cp:lastModifiedBy>
  <cp:revision>17</cp:revision>
  <dcterms:created xsi:type="dcterms:W3CDTF">2006-08-16T00:00:00Z</dcterms:created>
  <dcterms:modified xsi:type="dcterms:W3CDTF">2026-03-09T03:49:41Z</dcterms:modified>
  <dc:identifier>DAHCaYqJ9OU</dc:identifier>
</cp:coreProperties>
</file>