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04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0" r:id="rId16"/>
    <p:sldId id="271" r:id="rId17"/>
  </p:sldIdLst>
  <p:sldSz cx="9144000" cy="5143500" type="screen16x9"/>
  <p:notesSz cx="6797675" cy="9926638"/>
  <p:defaultTextStyle>
    <a:defPPr lvl="0">
      <a:defRPr lang="en-US"/>
    </a:defPPr>
    <a:lvl1pPr lvl="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74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CB6598-6B20-4959-AEAD-7269146248E2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A0B9A4-208B-4E16-B555-2A51F0BFB952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3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6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9A8A3-5E40-4D37-96BF-4D03983E50A4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92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3C294-6E8C-44B4-98BA-B71F441E11DA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4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5EB36B-7579-4E22-A75C-1F345D5742FF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1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CF55F-6193-48A8-A7F6-3FEF82D24804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1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1020D-54A8-4FFB-A1CA-FD4B919658D9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D5D28-C9FF-4D3A-BB99-C138B6E9F587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681E7-1AF9-42CC-BEC0-592AA2C12F55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7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E4B7A-DF25-4C56-B396-6170996E16F8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4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0D5A71-0894-4150-92A8-237524E8F949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4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68EF4-4A93-4254-93FA-70D1F2A755E3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31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D42616-A184-4EF7-99E6-30C046A63288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99358" y="1393680"/>
            <a:ext cx="6001617" cy="1059873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SCHOOL OF COMPUTING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DEPARTMENT OF COMPUTER SCIENCE &amp; ENGINEERING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10214CS602- MINOR PROJECT – II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ACADEMIC YEAR – 2025-2026(WINTER SEMESTER)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REVIEW - 1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C8B3AA75-1EA1-4A20-9182-A423EE2FFA8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8197" name="TextBox 6"/>
          <p:cNvSpPr txBox="1">
            <a:spLocks noChangeArrowheads="1"/>
          </p:cNvSpPr>
          <p:nvPr/>
        </p:nvSpPr>
        <p:spPr bwMode="auto">
          <a:xfrm flipH="1">
            <a:off x="180110" y="3416878"/>
            <a:ext cx="319499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PRESENTED BY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1. V.DINESH             (26056)(23UECS0586)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2. K.SAI SRUJANA (25926)(23UECS0301)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3. M.SRINIJA           (25223)(23UECS1131</a:t>
            </a: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516" y="3112204"/>
            <a:ext cx="3567546" cy="1510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SUPERVISED BY</a:t>
            </a:r>
          </a:p>
          <a:p>
            <a:pPr algn="ctr"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 err="1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Dr.A.Udayakumar</a:t>
            </a:r>
            <a:r>
              <a:rPr lang="en-US" sz="1200" b="1" spc="-55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/Designation</a:t>
            </a:r>
          </a:p>
          <a:p>
            <a:pPr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</a:p>
        </p:txBody>
      </p:sp>
      <p:sp>
        <p:nvSpPr>
          <p:cNvPr id="2" name="AutoShape 2" descr="data:image/png;base64,iVBORw0KGgoAAAANSUhEUgAAAaQAAABDCAYAAADTenG7AAAQAElEQVR4Aez9B4BmRZX3j3+q7n2ep3Oe6enJOecMQ44iKCCYA+qq666rq66ra1gVQTEvYs4JRREQVBCUHCfnnHqmp7unezrnfsK99f/W0zOILgZ8Xff9vX9u37qVTp0659Spcyp0z1j3/PO8BJ6XwPMSeF4Cz0vg/wIJWJ5/npfA8xJ4XgLPS+B5CfxfIIHnHdL/BYPwPAn/QxJ4Hu3zEnheAv+fksDzDun/U8P1PLHPS+B5CfytJRBFEXEc/63RPo/vr5DA8w7prxDa802el8DzEvh/RwLGmDwzukLJx/8f+fw/SebfxSE9c6Cfmf5zEvWwp8Kfg/171nuaTvUXu79sZeXb+HCq3d8i9vhOheeC71SbZ4/hVPkpnD5/Kv3nYg/rw5+D+0vrPa4/Fp4NxzNhn63+713m6fF9nopPpX3eh2fmffr58PeXgLUWH4wZcUx/fwqe7/GUBP5Kh+ROtZf1Gkn6khinn5NFvkDBKeAH2sfKGEE4vBGPBJiDWBUqlxUkytcpL5Qewrcz+BYqEIyT8T9V6wSr0pOvLz3V+0iRLxmBGUmNlD6Xr28n+FOR+kcU+uDZEeH5SutOiTBPscp8fLKRcpyk07cxxng280VO+Dx9p8IzQJV0eQkpIdiT+PIo9XGS2Smckk0+aQSmFi6fybf6b5/Y064+vbyNUQO1NcagF1GFcWlMdoBcXzsDXScgUl8nsRhjTqb+TOTxG42rB/dp0TTS4iQP+YzH60M+o4/gRbfLw56CU71ez5WIw3c/EpzS5mRwajsS/FeZ/GuUMcLn4X17p3Qedb72f+fj8rKQdvs4T98pHkSPdNrkMpAeAn9spHqVeqp99Hx4XgL/fyWBU9b0uTF9ctLgp423AJpoRsE6TTTV+SK8FXDe2PggZ6FCp5BTG4HIMMtURDJA8TAu0mTMDmEzg5iMT2cwcQ6jyeqEx6idx+fb5yd3bBACvWqvflG/YPSTx6w65ZT0hkkRTjX8FY9TG49avQiHY6Czi4ObNnL0yQc59uivaX70bhof+yXHH7+P1kfvpeWRe2hReetjPv8bmh/5JU0qP/rYQxxb/xQnDuyFKC1cHiN5qvKsqaNYfMSqaz96kKbN62jd+CQn1j1G6/qHFT9O2/rHaN/wKG0bn6Jlw1M0bd1Ib2uTcHlD51k2/iOZCBn//ck7TlXFstRO4zLUdoyDD9/N7p9/lx3fvYktN32SjZ/8CGuv/wAbfvhNkalx+O9o/oIS0RErqI+++v307N5Krw97NtPjw96tdO/ZRte+bXTu3UbX/l2K99F9YD9dB/bQqXzP/m307ttBz+6d9O3dQ88Bwai+Q/Lr2L+broN7BLubbqV9Xe+BHfQf2k3foT30Hd6L77f30D566w8RZTPSIIlG8v0LiP8fARkZYytaBjlxeCetWx+h5eG7OHDHD9j+rS+y8Yuf5Ykffofs0ID6dxpTl9cNZZ5/n5fA/19J4K9zSCeny8jU0dfPOG/oTIxTyFf7nYMRejkVo9W5keOht4PssX10bH6U+rvvYLsM31Nf+y8e/9KnWPtf17PRG8Uvf45NX79RdV9n31230LLuYTJH9sNAFzbvpNSf0xh5TyH8Lt8vOHXqVCwKiPM0/M7o+3JVPedXZlVYR5pZZQqLiqkbN5HymjEMt/Wy785f0nDLD2j56Xc4dPO32f+Db3LoW9/g8He+xeHvf4O9P1DZvXeT6WqjqLyI4qoy4sARCZdTwH9kvI3vRTJ01uXhCsuK6Wk4zPaffJMd376RPd/8Inu//UV2fe+rbLvjNlqO1hMkLImipHh1Ckg2Bv8YMxL79O8FI3moD1+mFqSKi6gZP55ABrt9ywayu3aSO3qUoq4uigfSmFhjx3N7nOcDq6/TgAyx445b2HzT59jyxc+w60ufY/NXPs8TX/kC67/7HbaLjwOPPUDDlnUclwNqP7afzqZDtGx+mPVf+RSbP/MRtn76Y2z5zIeV/xydu7fQeXR/3qA37NjMoY3r2PPIfWy640c8/tXP8uSnP8TmT32YnZ/9OFs/eR0bPvlx1n/vW7h0P2KG/63HGDMyzF4q2SyDrQ00rXuU/T/7MZ2/voPc+oeI9mwiamkQmTGxh0fywy/k/reofr7f5yXwvyMB+9d06+2oluIY73R8kBFCc8jEMoaKZY3ApMl0NHF80xPs+PG3Wff5T/D4xz7IkzIWDbfezNHbf0THo78lvWUHuV17SO/aobCdjFbPg5ueovvB+zl25+3s/eY3eOqGj/PItf/J+k9fzx4Z/5ZND5Frb8Rk06LBKcjYakXunFFa58GiyfmAHoeMteK/9vXtFYQFU5CkaMxoKmbMY9oVV3Pau95NavpMcllHoQx4gQsotCGp/NGLJRg7hdPf8W6mX3YFVTMXUlRdhyFFINqscDo5CCcHJaIlQauQpLC8jspp85j1oitY9OKXCLqQEhkpaxOMWrKaM9/+HhZd8XLGzF1MYWkNAaHwGWIrGZg/zqTDqtLo6zAmICiuonzqQmZe/lqmX3AxaZfFaPw8nPO4RKBzPKdHZAreoGGAOEvhcC+VZCiKI2zVOKZd/GLOfu+HOO+DH+Wsf30/q675Fxa99A3MfdFLmXbeZUw95xImL1lFoUlR6kLKTUypcZQUlDBlzflMP//FzLn4SsnlFSx/2es57fVv49x3vJ8LPvhxlr/t3xl15tnkChMk4gzF6tcOZTAZsNINY4xo+1961bfWTiQKy5h4+oUsvuZtksXlRDaF1liQC7AKSC+MQ2MEiv6XiP2f79afcvxh+HO9evg/B/PH6//vq/H8+OApOxX79P9U8H38sXCqz2fWnyr7a+NTuJ5re/tcG/iJEhH/bsZoBjnlnQwaZEl3tdLy5P1s/+YXePJTH2HvV26i9957iffspiQ3TIGcSPZ4B0U5Q1KLwCnzFjFqznwmLFtJYd1Y6qZPp6CgCBMmmLRgPhUVZZQVhyQ6Woj37eL4w/ey65tf5cnPfYJN37yJlrUPk+44IWOaExWR/KRoE15ihxFz7q+e2kb4Rtj0BtYJF95U+IQMHHI8ifFTmHvVy0mXVMi4QML3JQsTyRimtTOctupsEqMngUlghMQHK6qMh8Pjdkr5oIxeI6tlMD4FYQHlC5YQlFWQsYbiBQuY++o3kKgbjwsCtRuBM4I3Iy2UUuKPvB4GGUYwosWqc8UeSyJB9fz5ZIuK5NocNork4Hw9ejyziv7i1wm7G4GWHLK5LL02STB7Pgve8k9MvOTFFElmQXkVRv3FyQRejsZYSdZi9I0j7xiHNY5ZIuOIJEcn/n2dwT+SXqBUYHFhCgrKSFWNp2rBaua+6o0sfss/Y6eOJwrSOB0Bx9IDhNe3/N8KRh2LFclcPLoErrCcmmXLiQoLwVotKgxG8jImJxkI2Ik3lSr1/+RrjPl/kq/nwpQxBmPM0028AX868zdI/K3x/TGS/tb92D/W0R8t17I5QIKUkdCCmliX7DYeJO5ppP6XP+EB7YK2fu0muh9/lIIOOR7BJmXqMhlHctRoTEUlFRPHkaouldHJMBxElI6vo1e7CltaQZFgUuXlWummKBxVTetAP1NWLccmCnGpIpauPpvihDB2tJPevJ693/sGj3/qWp3H/wjaGmR6ZMyCHJrTMgDiQqTmdw9KPtdXTRH5+MebWZN3KpbIBvg0JCicOI3a1avp164iitPqPxa4Uxxhcjnyx4zaITjrDWxORjaHGiuAFZE+GHXi3ZLTjsAHTIR/jAxuXCADNnYCc656lQxZmZoaEFxsPK6Y2IgyXyRcquDZH8GgfhnB62HECjmrXi3YpAx7DLEWFFmT07h4eB885F8e8i30MZ6fTJbBdISRA1r6hn+mSLvF2BTgZGhNHqWTjASs1/fsVOMpdJ5Gyc1IueJIuchitPMUsFrFOOGOfUYMnGQdAZAzMZFJUTxjKQtf848kauW4pauxHKxTn/wvPs737Y2PBZFNRA5bJMdaABmXxtkIk7KKHfnxFLxA9f1/9zXGYMzvwp/j1Bjz50D+r6x30sE/DJ7QU2U+/X8STuE5FXtcPm3M7+R1Km+M+T2ZGzOS9/W+nTEjeWOMz/5FwRjpsXj8Q2BjTL6vPyz/c/nnoPeOkYmlSaUpFWvlaWVocy1N7P3JLTz00eto+sUvqOjqpkiGgZJKxsxfRKJGq+FRFdoBLSEtQ143eTrJmlrKJ04Ek8QOD9N66CAp4SuwIU1NzRRWllNRO5p03yCjtZoeGhwmysV5XF3aiRVVlMiIimGfzg5T1HmC5t/ex2PX3cCeH95MRjQZ0UYsWkW0N2P83qPC38s/e8YITHYOH7ygYiN8Fpm3iFiFNj8QKaaeeyEFYyYRa+eSiwUZyWEKuGH7NuJMmhEHllC7QE4oAA/jLZPw4YPvR3kjQ5sPcYhRPtfZymAuzZRzLyA1qi7vKDT82DggiBMEckJWCNQcgfMnH63MEQXOSCjGCb9ywpOVUzVhIaGckkrVh+6lxAdhTuiMwl/+GhGRx6FmbiiH38HMvuBCKKsmtqoxCn7Hk0fpgWSEfeT5lrxC8YNCbBJEgSHQYsUZR+zlrBgPpyAJ4vTjceaMxgII5bisZEFgKRg/nakXX86AkaizQ6oVLepXif/x1/1eDyM5keEpy9dIDCQ1vtYWUpgqxC9IXMZgs6FgkhoXQZvYzzCe/RnB+ex1/9ulp2jz8alwiiafH0l7A+hzvwtOeudzI/W/+/oyH35XMpI6Wfb70UjV3+Gbp9/r5F/QlzEGY34/+GbGjJT9Ydrnn0swZgSPMSOxb2uM8dHTwZjfzz9dcTJhzJ+uPwn2RyNjnqW9Hxsf/mirZ6+wz158sjSP0H+8wviyWBMlUkJhoItj9/+StTd9kuO/+RVF2g0FWtHGcjpBWQnlY8eQDg2ZwhSldaNwmX4d1w3R1XCI9v17adm5lwJnObF7O/GB/ZzYsZWevbtJHzhIx/79pBsaadu2nVxPJw1PrcdpklZXVXLs4CHtnGqpnDyNsGYUQUkpiWSSAu2wyrL9tD32W9Z/4TMcue9uooE+TXAwcgDegUrrifXjOcJ//pxSGeBUAJlCffQ6NQ5Eu69zGoygfAxjFi8ha1WTCHDWYkXvQOMh+psasaAWvkMZeR8p70tGgjLPKIt0HOizLs5wXEeUpWOnMmrhCpwRbuF06jTWbiyPVE39qxpF7ungU8qcRO9zCiZfotaeGu/WfJnT3lU0hQLVuIlsTBCTCEPBhWogGH3/4ld9jGCOibIRhZOnUj13HhK58Kkyj8gonU/gE4aTjxJ5HnV05SI5EPlNtEAJtRM3cjLISSGmvbx9C2OMckb0B/nYD4czcnBC6uPyWQsIa8fkj/wMeiQ/fU++ni91kHdSDp879T0JkI98eT7xjM+zlfE0hmfU5pP+o6A3D+IJeTp4SUVIW9C6QMFT4AF9Z0Zc2FNofYFU19f9LjwTOo/7VFUe+n/44/vKd6GEn0OKPLHONn2AuwAAEABJREFUD/SpINm6fHCiPVbwcR4Q/FjoNCE71MNgTyt9nY2kh7pwsRYPWmSiOaCM2Ip+F07243yd+nCa7+iJfR+CEnZ9VZB/NbaCySf/hh8nGmItnI1wDg4Nc+RYI1t37ebBx5/gvgcf4rcPPcr9jzzGg48+zkOPPcHDjz+ZD/er/OHHnuQR5X3w6YdV/9iT63jsqXU8+sRTqluLzz/y+FoefXw9jz6xTmVP5Msel/17Yt1GHhX8kxs24cNj6zbwuMqeWL+JpzZuYe2GzTy1XmHTVjZs3c7aTZvZsGkL65Vfv2kba1W3XukNm7ezUff2GzfvUKz0VsXbdrJJtnaT2m3asp3NW3eyZdtutm3fzVYfdioWnxsFs1V2e+uufWzdsZudKtu2Zxe79h1g9579bNO1zN6DB2k+3kKvTrZiycvLzElmfjy9jkh0+XE6qQk++3tBWv97+Wdk1ESK4zQ1PAajATY6/gi1Uxk8vJ8NX/8s+3/yPQpaW9GaGpcMKKiqYPTMaYybP5uC0hIYGKZQA+cdTOvevXQfbiDX0oHp6ycQkblUSBgGSocktIJ3scHJ8BjVJdVPoGMfOyTY7IDqMzTt2EGys5ee1ib1aaioHUs4fjyV8+YSVFfiV9UJBwXtLRy+4wds+M5XGGo8JvyRuPBK6mOj+WDysnHGl6nBM7j+b0mBqvHTxUYZg0WRaAUf+x1Qne4ETM0YQhMSyikhHhLaHR176gmdwGXBt1EwSvk2IgLfs6fA533aT6pAltXpSCfbfZyDGvA5515MUFyO3zVYF2BEs4YFP9Cxx6CGVsGXjWTzPSjpsakzp7xwKvWsr/FKE8V4mftALDAfhFOp5/7mCYmlkMPShXk6mpIeSFwekTFG9Buf/F14Rj95ikWP9TiciFCdh1YzsOZkGxWeTD0zMsbguwnUXswTlpcwbvZMsrkMUR6fEWsxkb74x6M5CWuUN5j8V58/+4oyweQRqCsnjCNpL0sfVEkenShySkitOfX4ccunRawx6lMh542saFTOQ6s6zsdOZUqgDjD5cRTEybE06jlf4XlQCw/nQXzy/yj8BY19Py4P56kQTT6dp8O7V1EVZyX3NBnN38HBfnq0qGxubWDHro08tfYBHn7gTh66/w4euO8nbHzyHnZsfJS9O56iq+OoTkLkmHJtZIabyAwcJzfcptCl8gFi/5u6LkPkFy2Sn6fBiHGrUTUSkvEFnhaVkQ/81c/T4yQMPp0PSvcODnDXfb/hvR/5KP/63vfy/o9+lE98/vPccOMX+MSNN/KJm77EJ774Za77wk1c+/kbuf7Gm/j4l77Ex77wBT6m9LX/9QU+/sUv4ePrVPbRz/8XH/vCF7lWdR/93I1qJ9ibvqj4y1x309f4yOe+wAc/9Tk+9OnPCe7LfPizN/Lhz9zExz73VT78acU3fo2Pfv4r/Odnv8yHPvNFrv/8l1X3RT78mS/wgU/9F//5GcF/9gt89L++pLZf4D8+8WmFz/DBT39eeD/P+z7+Kd57/Q287xOKP3GD2nyK993wSf79+usVPi5Y1V33Sd5/3af44PWf5IPXfZz//MT1fPAT1/Lv136Uf/vPj/HvH/0E7/7IR/i3j3yYd/zHf/Cmf30H7/ngh/ji177OgUNHSGcz0laDVxEvR4nxj74a1j9WZxAWTYScAAyRCcBEND58N0/eeAPDu/dQrplm5EjKxkzF1o3TingSJEOa5TU7tPNp104o3dZFcigm1LFENk7R7VL0FZaTGzuRxOyFlK25mOpLr2LiVVcx/uqXUHPpiyk+8wWEC1aQFkx/USV9cj9pTcRA/SXk4HLHWzku59S2aztFuWFyOpYpnzSBSUsXUlBWSCTHWSzyo80bWP/5T3Fi01qRnsHJmLv8UV6sNEQEuL9GcUXLyKR0+MfviBLjJlKzeDlDwhrpYh7BpERH+5YtDGiXpPmCL0MN9SprJFsFj8CcxONHTPRY0dm0YzMpOaKyaXMgCFCxXoOHNJKD8UhkzHzeqcYbXadao5WjOWnM1YFKYv7UYyQDhMsrijFeHmCs1EK7DZ7D49v/rtuYsjFjGb9oObFw+l2fMeZPYvPt8wACs+o/ELwTL5HGS6OlKqfwZ161Re2Q84qDJLPPPp/S0XU6FguI8vw4glNEanxileWxxhoaJZ6m4WQ3Ht3JZD4SSD62PqExcE4QSvuxyKd9rVGBHIzHladb/Rm/6kedqN4YtdHrtGDJ5SI8rVrDYEQzRnT4jw/CbXysNmg4xISGSRiN8KjO9xepIj/u+T7xw83f4/F65inN9yVec9EAPb2d1B/YyxOP3csdt/+Qm2/+Gjf/+Kv8/Oe38MijD3Bgz3ba21ro7OmjYzBiT1MPm+q7uOvJffzg3g3cfM9TfOVHv+Tmn9/N/Y89zu49O2lu3k/jke0c3PsEuzf9mu3r7mLz4z9j/SM/obl+A4N9zZDrV0iLnByx7JOTzpCXm2HkkbzwQeMyUvAnv7Ha+2DMqfZC7Rx+tf/42rX887vexY1f+yr76ut1nB6TkX57XSNZoBOSECO9QyEICzAKsRbYTvYrCIuwBcWQLGRYuhMHKXI2AUEBTnAkCtCEB92VW92VB4VayKmNSZYQFJZjkqWkddSbJQWCtzpi93B+MZwzFnRK5MOw5nO/jq+zwpuxKV2TJMkIPmuTZFF/CdGQKCQnuiLVRyZJJPpiW0BOuLMqz0ohoyBJJkgwLGkNS67DJkuUCEgLS8ZFDOVk6awjq777MoOkc06OxzEk+fXrdGT/0Qbu/PU9vOO9/85Hb/gUDbqKMcYgUeI/Rnif7RUnz1asMrV0PtLgOpFMXxf7br2ZHbfdQqpnSAYehlIhZdMnki1MUFUmgbW307ZvP7R1k0w7TZcE2t/QX1JOwYKlTLniKpb9279z+rUfZ/UHrmXZ29/DrFe8gqLFc0jXVBNVj6ZmySLmv/rlLPiXt3HaBz7K6v/8BEve9QHGXnalHNhs+gqTDMkJGkICObquQ8cYbDpBtruHhuPHKRpTR3L0GAlTOxUdbRV0tbLrB9+h/r5fwXAGXIDnKxZPkqe4E5PP9T0pTS88Iy4Dj1ADOm71GoZKCkATwEh+xsc93bRs2KiyrAZckXHqP1Zi5FVWeaWViIU39gMvmpt2H2TemvOwqQLRGMkexYLzbQ1OhMc2C3lD5/KGSEXIThF7ovBlkeoVhNq38gZSyWd9nUpzMpw5lyPKx77EYIxRzV/2GmOQbvqe1cCSKC0lKC0HTVhrDX/0OVlljMEIKMrmRHeMbxIGAaEmRaAY1asace+jPxpGeDXYOCRVVkPoJ7acTyiRGy9gCSkmJpLAjGJ1hj8CdcahKp5+3NOpfMJnBSFwIcIRC94HX2nyDT02i9MAxKJSINjICN7gfL1H4IFPBc+PrxZgcVGR+LVqpfb6EqMxVWUcqzZWVv3hH4MRD064fJ+h4kC8+bQ6wjfl7/AY9ZvLDmqXcy933nkH9z1wr46PHmOn5n5b1yBRUASpCoZdEQ3tQzy2eT/f++XjfOO2h/j6rQ/wvTse45cP7eSJbcc50DhMe3/IziN9PLjpGD+6ewuf/d79fOxrd/MfN97Bx79zH99X2QNbj7HjSA9N3TGD6YCmxib27dvEjp2PsnfPkxzau46BzmMSgfQnFoG/JwejnA+K/sTr54gPxozA+rQPGg5+cvvP+bR2NG2yM07G2tmQjE4WcjLEsXo1NsCGocbaaUGcy8fO06GxN8aQy2lu6dSHPKzFWAsay1gwOZVrqNWGPJzWYOQyOXxdpD48Hs9RGIRY9ePLbRB4VNIPcMbk21mkP8Lnx8c6QzJMEKt97Bc+6JHiWPUbqbNYAUS5JpoVTrweGas+Bady5yLdy8YkhceKviCC0KVJBf2MqRjgpRdN59Lz55Mwac1Rh1ObIBAFwiEyiIU3CkIG1f8TWzbzvg9/REeQa8WjQx8F389/D/a/F42UOBPnO/GNo+4W9vz4WzT++ldUqZNkQUhBaYIJM2dgikoYM6aSbG8HfTqSs8MRaRvQKUOUrZvIxEsvZ/n7PsSCd72fiVe+jOpFy0jWjsMWS2nDiL060mo/dIiK8goqa0ZxbM8+6rds8/KB4kKScjAV85cx/YrXsFyOafl7P8S4Sy4nUzeB4YIUcS5DVo6w+8Bhgt4hAq0MqieNY+q8GZBKktP2Phxq59AvfsaBu+7E/+2Sk7Cs5GIldP6KR03VynnVUmwUg3WWojHjqVm0SCuSAKs+QilKgcvQtn0zrq8TZSVTwZ5qZZxSTmUGI0dgNfhGTubwxnUUlFRRM30u0lnBSHEwip2+Hp48fDw0QN+JJjobD9N5aDed9XsYPNFMVkeiJ70foLbPwqcxHp+qfaS+feQdgDogkUxg8rSp/jm9TrroMVncSfwG0WyCP4tlhKsYD+9ED2oXa4fpy621qAL/+LyPnzVowhkBxlpsOONnkM9lyKX7Geg9Tl9nMwPdOgLq68amtahy6s23kXyMEBq1VeS7zke/9xGcuFJRjJPFMAqBdC83PKCVejuDmiPpnnay/T3orEnUpyE/hwyxkaE6KQ/8I1w+siqLE4HmUAGEgeAckeh2RkaVrO7hBsj0dpHt6lToItfXS5wZwpmMYDM4YtEiTE7BeLJ9Qun/4VcccezofvoHOyFZwIbdh/n1Y+u55ZcP8oM7H8+H236zhV89uodHNtez62gXrX1ZejKGnOZn1qTwOwSCFEa2okAysDKkVnT79UiklfpQLslAfxHNx2N27O/mt08e4WcP7OZbd67ji7et5cYfPcLXbn2UW9XPAxv30j3QSU93vTBIdpKFhOPffODUuPKnH2MMQRBgjEdA/olkuO+85x5+8vPbGY4dWQVf4Xfuzo+jdNWozMnoGxnfWGNiA6OFXaS+I+Wkh0LnrMpki2KVGqUD8RwkQxDTYcJirNRG9YQ239YvDL0N9uU+jqWjHha1FZHajeRES0xsNBqio6KqBhsEIk1l0k2vGE60J1QWGogizQMtOLO5LIlEAhsGGNFpQjQWDqfYKe8CobAiRnR4p4KSKZujKhxg/uhhXramlLe+qI5XXFjLzLGOBBn8/NRUIhb+ON+310MrThWsEMp5N7W18YnPfkb3W1uI1QWiyUdOtPv4VFB3p5K/i0We5pLFqJEZ6mTbzd+mbd3D8riO4tFjKJ4xnWDsZNk8y0DLERq3bqb7eDOBLnDSFjLVY1nyxn/hzA9ey4yXagc0aRpoAPyK3hPgxKUTB/3NTZQWGOoqSznwwH3sffjXTBpfS5wdJtfbKyMvxqwjEmsOEZMqpnjqHGa9/FWc/Z8fYtZrX0O2plaKEpPQjiEtplv37dJKqVVbypjaqdMoLCmgUKyVpDM0/eYu9v38ZowmdWwC/GCq6q968/baWeEAJ9JwYMISZpx1PpnCIrxBj6M0zg0z3HaMFh3dBVIQD4raGcF7Ofu2vswRS+bitbuTA5vXM3XFaigsJEXv/ywAABAASURBVLYef5CXtWoFkyF3vJ79d9/Jr7/4eTZqW9yhI8G07uva9u7jse9/g19/8sNsueVrDB/Zi3d0cRyIDp79cZ6QWCOi/qX0gQizfuBFq6969kbPXuq8EHwjY5VyOh4DI76U4U8/TtVqrci5GCdHFKt/a9VasWry9foIn5eWTz1LyNON+o2w2X769u5kwy0/4LFbvs2+Jx7lsBY6W3/zG377pc/y0Bc/wbFH7sb0dmMipxDjDUseq9HXB0W/94o2UaTFxfH8P+n01He/zQPf/Qbrf/Mr9q9fy87f3s29N13Hkzd9kvo7f0q65ajkmiXUJJVY86hcXj5CLr5ipSuqqjGJJJFW0FYGKSHDkTnRyJZ7f8mDN/+AB7/3LR74+k3c+5mP8puPv5+nPvefHLztxwwfOojxZ/MmJhY6vGS8MvE/+3j6nfpqPH6EVGmSu+9/hCe3SR+bh+jIJOmTZcsly9D2FKcjoTCVkM8KmDttAlXFltrKAmqrEoyvLaauJklFZUBVbQlTptUwdVI548cUMW1CBVMnVjJxciljxpVSVlkoXJacSzAUF9KdTdLtkhzriFi/t5tfPbKfB5/aSRAmJMc0v1N2J2EYhef+ej6N+Kw/eoSbf/IT+tNpcnm91IQ0EGusjHEkZNgDawgDy3zdZY+pHSUaonxA7QNriX07jS9yWE7j7udDfteivC8LdMxWVlpGgfQgkMa42EkXIVBcqMXh7BkzKEymZOMsSeGT3yBQn0KvfrJqAb2dHaB+nOqRE3I2QBqtAE6wgZyCkbdJ2ITml1Eb0eV3PtIZ4xGJLqP+AsGEyvtfUJO6k0pkueTCObzy8nlcuqaOxeOgJuwTv4NYM6wxyZFTOxNZ0RuKhKzE7ySfCGNG+nHaRWIsOev45re/Q2trK/7xMhaQTz4dRJX4wAmJCPexTJ+RhjsRGvd1s+5b36B36w6SuYBkkGC4b2SllpJnPK5JkdFxmekbxEiow2WVTH7Jqzj/I9cx6vQzkDcQYQ6M8BvABIJTZGJ9HCMrxwRDQCBBpGJLVlLwDDob+lLfFC9jYyNRJ0Oj+pgQV1JD7TkvYNX7Psr4K15GpmqUBJTTMckw7YePEHd2a+dwjKy2vhkPr0FJxRmaH3yAo7+WIdK9E+IRkeeQAilIriD8+qjvP/4aX2X0HXnzPOVRqaxo0izKZswiLXxGK0EjWSZ0Edqw7kmigX7yg6BO1a2wGCSJPI/OWXWb5pgM26i6SVROnqKRyKgsKxiHhpO4o5U9Mq5PfOGzNB04wFlXv4pzX/5aZqw+k7qFy5lz8Qu56K3/zOILz6Vz1wbWf+WT7P3R93H9vWBy+b5jOZ3Y9+8JMPmU+vBjETGsVZ6A8IbSGdEjOJ7DY0QlkoEBpQIw6BGefKzks7x5MlTu1JcHM5oYXhRG/cfekEuOikSjr40FaTyJgo4U1NoXyTg48ZUfOullx/an2PjFm1j3g+9TO34iZ0hOSy+5gsUXvIA1L30lF7zlbdROnMTee25n3Reu5/gTj2gRlJGc1Y1QOgUhH8l4ekSA08416m7hwJ0/4PEbP8WOX97D+CkzOe+V13D2la9gyfkvZMWLr+bsl1yF7TjBiQfvZsNNn+bA7beSG+7GaQ7g8Sp2Iwk8vT0tHQw1t5EUv/T3s/2eX7FPC7zJCxZqfF/BxW96Gy94x7t4wTvfzaILzsd1ttD+8L1s++Jn2CtnGPd0gjTFiU4l/ravp1cYf08eOlJ2Zohh0Wp0LNo5kCWhXU+BbIO1jlChMMpRoLtdI9hI8y8lnRga6mVUdTUlRUkKi1MUpZKkUhabCjGysN62FOoepLy0WPgCsulh+ob6KS4OKNe9sBbsGp801gT4Pw8JNDUkSkIdnwWJEo4c7yedHiTT30SUtxWeeIfRD2opNp7bayArA3/fQ48wMKx+gxCjMiN9TCidVL/WhESaV5F0o1THrmctXcrCadOYOHYUC+fNoaqsjFnTJjGmppLZM6YxTena8hJWzZ3N1LoxghvHIo3zmJoqOesK5syYSVV5EfO14J81dQqjR9ewYvE8zjtrOaVFBRTJYfnymdMmM2X8OGZLhwvlfKzociIukoOLpVsaAqznNjDiPNB8NhgJK6H2kSpi6YufZ2GYBDko71SN5JoMQ4zGTmYBI96Sgsck2bKtgdt+vZW7HtpDz0BM7HVVttppzBOJhGy3JUgYwkRAUWGJnFhKcSGJMCCZtBQVJUloN2gTCZo62nnw8SdFJSNPXrlGkv4r2p1iBYMMo8HEXuSa7Nk+jtz7cwZ2bKRIEz4wIkQ7i6itm6Crm4H6FsLeIYw6HRAR0dTZLP3HdzH5hS8hKK8kFmZ/hG7EKLIwJi8iCxKcw4BCuS6ch6XQvf2DTDnzbCbpzuRYQyvGJkgWlwpC8GpnFTgZfFsjgVjhdMaQGDWKKS+6mjmveyu5iTMl/BQprXg7GhqIegcpH1VDuY7wgoIiEsJRlMlw4L57adu0XjlHXjISiu/JcDKr+C99fRsPa4zBGINLpphy2um44hIpq8dnCIW/98gRHWkeQhAjXRqntEHXXMo7UD7d2cquTVuYdca5kCrUQCcI/N8baZs9cHgHT371czQ/8TBFlTWsedVrKJsyQ/pSoH6clMThpDy2eDQTz7yYaaedgx0YovWJB9lz+83EOu4ZMVrWd8XIo36VsKK7uLgIKwUVF0TeUmJU87d4/wI8I2Tke3SxwxiD8V1LbkZjDfnc70VGZeJYPENsLY4IN9jB/l/8gF3f/xYDx1tYdsXVTFxzLsmSapBO4axwhKSqxjDvipcwcf4C0s1H2H3rD2h+7AHtOIaELBKMIwbh9MHhTJrBhn2s+/qXaX7gIYJswMpXvozx55xJsqwSgiS5QBM/WUD51DnUzJ2DNREF3R0cf/hR2nftRywJmXAJLxj848tiOVJsllS6j4233qLJXMTCC19Mxfgp2mSUYzW3XFEFiZpxjD/7AmZdeRWuIBB8Ly2b13FACyybzQqjcBvH3/QRmXm5yrFgckhAwCDWddM30EFOczujuebEv5bGjC8v4Kw547l02WTOXDCR2vJirFp0D2Y5crST3fXt7DrcwqGGNvYdauXAkS4OHe1l665j7DzYzD7ZlANHWjnY2EF9UzeNjX0cPNjDsaZ+snJ+XlSR9CMTZRnUjiPt+z7piHtki3q1gO7q2IeJ2yXrIfWsscQp7alQ9jm8Uj16+vrYun27HJMjUj+xCiM5qSgfO8kBYu0yctoBZEVTqjgUvznOXLWcWZMns3zRYsbWjSOpk52JtbXMnTqZc9ecRoXuhRfPmSNnNItStZmh8mljx7Bg+hQW6Rpk9eKFzJ05jbNPX01SShJaS1o2YMyYWqZNqmHp3OlMl01bOG8WgU2RlhzSkksOqyEyosnTpcGLUH1MEBhy0n0nWcRynp6PnGBzng/fTjwkFEd+4RWkwCTEb0RWfQ7pmLW1M6Z7qJiWLqd7M4Ql0icmp1MnfzemAtndmIzOWzMny4YGB8lk0qQVMv5f59FuPq26YTn3jZs36zo/i3/MH+isFZ0SrPV16sRHVqRmaNv8KAd+/UuK0xFZaygbO55hQipGV9Hf1YsZyukIL2BQDBQuPZ0zdL9TNms2qAMnRpFjs55BDaTzsR9IxX5AxS2x6uMgwfQzzqSwopZGrRLr5UTGzZrFtNPPBBmQSIbRxTH5La+8v5PQRkJErDrk7uO8p05RMXcRa979PlILlpAJU6LUklPbvoFBhtV3sQa8tG40BWXFhMNd7LvrNrLNjZKlwzmDER70KOm/Klf0V7xObSrnLKBo0lSc9zYyqIHkVzg0yKEnHwFNJGQ+8sJ2DuM7dDGqoGnrVsprx1I6cSpxEI/QYBwDDQdY//WvETY2krAlTDv3UlKjJhCbAIxoF2Qg2WAipRzYFONWnUGitIakjoDaNz5F89q1WP2oEb5vo75jn8fIluTo69GYilY1xgQBxgjs7/2q01hjFosXl+/biA4LNgCjmGc8UlyHwb+xPiYzwL5f/YQm6WyyP82YRUupWr6cSMc4fmid4CONg9RO423JJMsZe/oZpFNJKrSaP/Dru+g9cgCtADQm0gnA61osRzeoO7rN3/oSiSP7SQrBZDm58vmLSXvcxkjmBjx96iMWvkmnrSFdWExGbdE9U6a3RzDkH0EqdsorxE6LlYBAtr7veINGI8uss88ha5LqHA2VFSyan06xVuNhIaNWnEFYU605kaGUHCc2biTd3Y2fc05yEODf8I1BPBkdlTkC0dyrfo/o1OEYgVa8XZJz4CA5PMTp08byrheu4fVr5jGPdk43g3zwReexYvoY0BF8oIWrlVMrErM2lyYTQ6hVdZmcqzXiLQpI2SRFklusHYhfXCUTxQRGgPEwOc2RhCmg0EaUpDLUlAYUBFnJLEPsZZxxdPdmKUzEusfbr9uBNgwRsajG4/Axf/ljjaGzu4vmlhacQXPEIdXMp9OZrDCrTLpgjRaN0s8hMfSTO+9l18FGNmzaS0PDCdZrbE50dDAsY9w1MER98wk2bd/NhGkzGNBpxNpN29m19yiH6huoP3aEpuYWGo4dZ/O2bRw51sgmGe5kspT167eTk9NrPtFGZ0+GxqZODtcfFXwTgSRQQAlJ0RHFaUxoCQpCbOgIrPiNDHE6yOsZgi6QbUzItgYmANGQDEW/nH3OJAllNwJr8fMEZ3H6idRmOBfK6SWxiUKMNUIaI4WTTHL4OYIzSoMRLUbwTnkfvO4kfV+EGOlRFHmMhhO6WmlpaeXZHutp9hUeNMYRGUe28Qh7f34XRTpGq54xh9r5K8lVjmbq/Ll0dPVgxUwuTNOr3cD4C65g+av/AVIiVm2fuPtOvnfDx/nBDZ/ilk98VuEz/Ejpmz/xaX5w7Sf44fWf5kcq/+F1n+Tm627gOzfcwCN3PcCefcfYp8G5+457+N71N/BjhZs/9gl+8DGlb/gMP1a4+eOfVNtP8cMbPsmtn/osP/zkp/juJz/Nno1bsTYkLqtg8VveTKUc2qBW+06DkusfIDEcU1RaSO/QMEPDORIy0kFbI3t/cQdGgyi9whmDXonCopSCU/q5vR6HFTJTVEHdytUMi6bQWLLaBqe0MunYs52B1iYhlZydw/cwcpQTkW1r4tievax84aWYIInRABqTxWQ6dbT0cwrbO7BayRSPHUf1nNlgDIEBWSu9BkZerBVWi1bUVRSNr4PAUkiWtu1biYf68PoUa5ycJqlVHwgP3jCagACLCQKSiST5cv7Oj0h3mvV+ASL7A0aTQiFGFQrOB58U/RhErTICDOMcLXK6LY89QmlWE6qwgnHLVgnAnJSNx6OpJXBLzqNV25DiMRMprxsLGjP/93INWzZK7ka9GALB+pTN9nDojtspaW3T5IuwY8YxZtXpECVIqZ0QgWQZim5jUNsUqckLWHDN26i44FImXX2VdGGlFzHPfNSEQINhTKDpmiAXp/K7Wlc/zmJtAAAQAElEQVSQJNC4Ix4N5mQTp26McgEkiqnQyYKf3EiPrY5jh7t7MDLianIS/m8TOef7VMjLIiPeesRgG3HUTXFRQH9fP1kZykm1VZw1o46mbU+STCZxshuZribihu28dM1SptVVyYlBRRLefNXpvOVlZ1BVNMiEqkJOXzxLDsZSmkjzmhefxtlLJ0rnh8RvrDDIlS+cy+UXzCDphlTex2nzR3HF+YupKIRzTl/C3OmTiLSST2vh3HSij+LSFC57DHJtojUrQRjFCko913dgaEBrZ2lfDMYGBArkZWLxP4F4RWVG46hOOdZQL4dygL0Hd7F221q60v3s3LuH3u5Otu/Yxp79B2k60cX9jz7E4089zInjx+jv6aKh6SgHdZ/+1Nbt2hk2sV334Nt37+Do8VZ++8Ra4diL0X10TvdYazdt4IF1jwu+hQ279pGRk7dBhJEuJk0BUTRMrONRp5OgSCsxmzAEyQxO2wlcv8jsJ8r2SR8z4ikmlxtGk0T1OfxuL5PtJwiHSch2GZ0pxeLXeUMTGkxoSSQSWGsUyMvDGSNcDmssmIBYWpqLQXsPwAp/rLQKDGobYKzNyzSt3ZQxKhTUM1/NVJfPe2U2Rg2Hu9l51+3E7V1UTZrAUZ2HtzY3UqnzwaZ9+3A5DbKF4bCA2rMuZMqLL8cVSTtEDJqUSV241x3dw5iGHdQc2ULN4e2MOrSV2sNbGXN0Rz6urVf+yHZGH1H+2AHKWg6zesl05k2soezwLuoO7aRK7WqP7aL26HaqD22h+qBwHfBhM6MPbKNi/yY8nnLhKB7ShZ5EigxsUFzN7KtfSZUMUmwT+Mu5ARmTIxrs0uJywtIKqsaNR3LVUcoW2rduIpBB80KIhcMpIKHyHB/nRloiOTgTUr1gKbZ2XH6AgsBiTURyoJ+WLRvAGxL14XxfNgeqO7RuPaVjxpIaXafSWAoWKEDnjq0M7N1FqBHOKWR0jLBHR6nb7voRO+/8EXvu+gm7fvEzpRXfcSvbFXb+/KfsvvsXDEjZZS8YiqF7YEBb7CGcFHiETysK0KPx17jJIhLHTgodi2ZfrHJFf9dX+ukkRyOl9cQ5Z/L0GK/sKjP4n1MUxRjnMBo719dBo3afxZqwsc51gmREx8HdHHnkURoef0Dhtxx54rc0PPQbjj7xAEcfv5+mRx6gUfd1aLWbEZ6cVm/dzcdBMhBW/NgYOa/WzU/QK/l7J5nRRXrN3IX5I2k0psYgihz+kT1QG9GEplRYRPnclcx9yTVMvPASbGmF4ATlGyjyr3MxWU3KHGmyckCRdLOwborg/Lg4nNH4i/88rD6R5mbs21sIUymRaTTRc5rwMjZa6QpEbf33bxXEl3TF6yZmmOHBZq20u8VdSKvuvZKJAk6c6CSrvieOqaEgGmJUeRHfvuNO1jY2U1pXCxoX19XGeNVbAvp1J7T/0H6SDMrJLCYe7qBdOwin049xtWWcaNrBykXjqZCzM5GhsriAtsZjTB9dzqTRCUpKBjh75TQajtRz+HgXazfvoq2zG6tVvhNl3dqxDWczpLXwJIxwcZtCD+IE/grp+JmgIQZrId/eKhli8ggdmXhI0yZLaIdZOK+a175qDW/7hxfwxtdcyMoV0wkTBut3HqJg0bxRTBxXxLCcRSQncMmFy3j1y5bxupct5BVXruCM06YydULM1Vcs4JVXr+bVL13D0qXT0eYUJ4czZWwRL75gDte8fDVvffUZXHDGVKqqk2SJyEaDVJVkWDm/ktdduYw3v/IsXnHFQubPLJJLyRJIl0ZVBVx+3hRedN4kLj5rMrXVw9RWRZyxqFo7U8lQY23pYd7kEmpKC4RV2u+Nh+aDTD/GRJKlguaKXwzFPlZdJNuhiJzPA4r0ARMExKrLamwzslt+fJTFw8ZIdwXoEOhJHVcy/1onYfnVMqowWsX37dtBx47tFAg6QcicBfMpLEvQWn+IYDjrUelILNSEW8Gsy6/GFBVDGGD8oInxYp2lVmeGqcoMUpEboNwNUx3kqNDEq2CY8niQ8uwAlSqvNGnK1OfYCXVM0Y5inu6RRleVUy4vX5YbpCw7RFlO4WRc4dJUaqVQHWcp086mUuWj1F8KMSZanfPKEhKU1bDgta8jMXk62cAQ2ogSk2BIxmrUoun0SPiJZDEpHTXsuP1OclphIgOB6q3kIFnJKBth/ctfYwwW/xi8TBOV1boXO4d0MsCqLpZ8ioS4VavwSHcLHrvxfWqU/MV084F6ZkgGsQmExGBEoxOfxzZvItBKLcYQ6I5i9IzZVM+cR5WO9SonTaNi4nSFaVSK17KJU6iePJXKSdMpnzCHqZe8nJlvfCfT/+HtzL78cqzOstFjhQsFJ7VDnPo3EI1IW7wSRTri9PX87Z4/jcn3LQjn+5eMlNTEF5WBxYm4QPrFKRhf6YxKLTjVG0fnEa0UW5pJGIs/bgiKi/F3DAO6NxvUpf9ATxvDXf309vXQ09UnO9lJf1sLvbp3KFu4mtpLr6DuhZcxdol2VZ536QHCG0sHjz21lkDn4FkMWRdQM3Mu+H5UH4kKI1oMAU7jJoq02NRImYj8ozJEo2qlA742XypMih0jscY/Et9BWSlhaREIl5Euj0A74RWbxmCMAkb1hpxRuVLIGTg5KqKTedHji/82QX1pPkXSkch1azW/mXR/IyZI0t8vHsMaOrozpHQS0aSVvD+J7lb8T697ORetXEKPjqEaDhyFwkI5jR6RpJW76G4fTHH7PWupG1XFhecuJKXVe2hj6nTJ39qh1XkQM3NSBalgkJnTJtDUPoSTTiyaPZaEFm8p7SCHM6LKFtI3FHH8RDv+aN5pHNo0xgVakJZU1GHCmMHBI/T11Kv9sELMc30iGdNI42Mk91hp3z4MQ4yR/hnlcpA0Gc45czYvumwNe/fs4fZf/JYnntxIRXkVRcli/DimUkNccsF8Vi4dR5gYpFfHd5s2b6ezs4EZ0yrYuWMXxw42MLm2hLlTqtm1dTNPPbGRY4ePkGKI+bNKeO2rz8LYQR55dAOPPbyBipIUc2dMwmpnWFkQ8ZIXLeQFFy7gqPA89tRGWtoaeOmLl3G+HF0y7qOyIMPSWZW0Nu+iqmiAq86dTZjr0S41ydlLx0re7cySQ1w9fwLDuvPLyq6KVY1voHkVEErnLUZMe11TcOCdkrWBykAlWM3TwDcyHo68NgZBgNE8MMZoDATqY0FbOwKjkt97ZX+FWYPp1Dwe7GPvb+6lQNs9dMzUvr+eXU+uIxiUAgxlEV6PSscW41msS/WgoEgTEAWDnxfIgCLjHwVGxFpsHOR3KEae1mlijiBQHUZ4RIe1cm4pppxxFnEqga0uZ8KiZQwZXy9jIx3yNttqtWQU5GixwuOkJEhAjpDYE+WZJiaSwgoMI5i4pJx5V7+MqLQMZNy9chkDTivqpBQp1zNIQhM66Ginc98ejBgwGMGSf5TKx8/p4xxODY3Rx4aMW7OGXHmZ7IUYEaJQxi7Tepzju3diY8FI9EZMHV77COOmTNOqcqJ4EKBXY+uIdBnY3dRMUrh01E5G8i2aNZ3aRcuZsPB0xi5cyZjFyxmn/DjJbYJ2heNUNnbJcsYuXcXoJSuplZMbt2IVYxcvI9D5PJJNkDd66sc4yUqylpC9SJ3yGItVf5KUAP5OrwNjLEYiiSWjWHlHTCyibBCo3Cigx43EEqdRvQpEP3Q1NRBpVezhMSFVk+Yy+0UvZZYczaxLX8q8F7yCuS+8kvkvupoFl13NXC2k5l31MuZd/gpmXvFqplzxCqZc/lKmnHMBcSg9FG6PP9fXTabxOAUYQoW4KEVydA2xNVgg8F8NuBdboLwviW2Qby0Q1ESvUWz53aO8SnE5vKElSGBtAUVF5djESThnhSMmPx5qGAjeSrEDp4xCJJ3xvAZBSBhYrOZbfrw8IQL5W71GeuE0X7wtSKlzp4VkZriXIw1H8Zfo/bqgjo3lUEsne3ty1C5YzAkZ5Z4DBymqGsvsF1/Ng7Ih+451YINCCpOlOtmvonsoyW13PagV+miqi1NMGldFp+bh/oMd7NhxiOWLpjJtfAGxFqCHmzvYtu8Q8+fOwcmeHBauCePHU+R3DeNqmTRxXJ71jJSmo28QncjTq3vjdKYPJxkbJ3nbrGQZIdFJNP7rg5InS3zq2YKVQqo11li8I9L0Fk61tQar0Q9sgtrqAlavmM1tt97N5h2dNPcWcbQ14uHHNjOc9jZzmFWrptCqY7mxNWVMmzxKDhRaTuTo7nR06t7raOsgXQNSanVgxHNRSTFlVdUUFVqmjA15zUvO4rHHNnLnfXs5fELybjP87G45pse3yUlHrFg+lprRpXzr+w+yae8Q+48bntrYz/e++SuWLxjL+LpQjj9HzmVo1YKsQfOltLBI9qRYx3/7mTyhmnPmJTl98TQeWbuHfgnRarxNYHAmllmPsLkgP9ekihivczbESv+MBBSEASjhpC/KEmjOJnQE5WNUYCUvJ94kOVBBoHbWjui6MQLgd49Vj1gNmiFHV/6/jz5IwliCggTVUyYyqqaCTPMRrFaJVpdfw4lCpl54GUHtGNRQmJxQxPgjBSXIRCoiVpUYUdKvWCMtn7yhQcRY4TYiEK04YgFXVJbh0p10bnuKni3rKZG3LyxN5j1ziMPYWF8H/hs65SUk8WLkMI3HoXLPIMKtagQO6j8ioHjaPMadcR4DWvEGmlgDujQcbmwhq7EPi4tIJBMkNMka1j5Grr/HY1Jbz0A8InzlntNrTL6dvogcbFklYxevYtjISMX5IpLpIZrWrSVOD6IOGTxxnH2btzJh6VLQMYgxdgQQQ5wbwg72C2eAH7+E5GbyjszhfNoXGp8WKuUlHVxgyD8+MhpeTR28OXUBqM74NgIQqb6RUoEnQ6Pv8TgQrcYKVm35OzzmVB/SQScqxLaMbEo0SWCqC2xIMkyIVqMy0acXqwoiYi1AiGOynb3YrB83q6qAjKqN5GGFzChIgDgjWRhV6DUEYITTGMGjx4LqPaiXqzNe8yDb0wHaRfs+pFJEqQKsxkjAQilknhajj5L4R7EwYZ2+4gdVeZz4z8m0UblT3k90Yy1W/eaHRgbC0+SME6++hRWUUVAeFVmNj1FC9YEmd6gJTzKheos+GM8+SvO3eZyMS6RTjd7uA+zf9igl5aNJlU0hSExiIF1ILuPo7+0hCBKMqaujVzJrK65lQLuTcPZyEivOYt9wQBwUMm70KB0tZbFBiq7uAVLF1TT1FPKTe7ZwuGlYvSToycJgUMq2Qz08te0QNlnBia6cjqMq2dsQc+8jOwjLJnHHfds52NDBxIljGBgaov5ogxcOkUnS1jXEcFRCefVMkqkaCopqKC4OaTi8hSg3kBeMpKhYMtWrhN6nE0r//htLzkbGNZLt8KcGsdc1HbP6BbHTyY6T0ItLEuRkhzo6s5iwhFDycHESomJSyZBpk8s57/SFbN22i0MHtnPJ+YsFk8Fp7AlDdegHNSHnQw2RzQAAEABJREFUIDrkVIsKEkyaNJapk2upqqmhrKiQglRIU4vsgCnH27hVchyvf/mZvPnVZ7J0fhXj6spoaGzjeM8QuYTFJEsY0l1qV28vGTdAZXUZmJiiBLzmxWtYsmgWv35yP93pIoUSnlq3lQWzZ7JrfyfN3QEpm6M4iGQ1sviFfE4kZtWxScRE0u0Qq9jlQ8om5aQNgREvkoNEhpdPJFkZYzTmQT4E4jWQLEM5ozCwGGPJzw/fgN89KtUrg210THZs00ZSOoPNyoGEVRUMFoWkKkqJZBByYiibCCmfvZCxWonHxhHL+kdDPXQe3Ct+ozxWJ0WOFWwYgNG4KG1EiFFGJdjQYmMj05OAwkr6tBvrP9KoM/+jdNUfyK8khkkQaWA9wYEnPBGgeYw4JSt86DE+WIuxSilG+IVZX0d2uF9b2SFQ3YTTz4bq8eTUb1JGK93VTXldFaayGBMa3R+l6Tl0gO7DmgR4HhyINyHiuT8uT6cw4ESwMwGT1pxOUDMGE6TICW9CipzRCnPQy0yrocbN25gwewHFY8fiZHQsvjWyfxZcKBaMqIo10SJM2jHU0Une+hjBGfQo9q8UBaM2KvGvMQZjfhdAacHl0ftYCW/8YsnTGEOg8bKCsZJl4GXv8fN3eozvxxNl8EcjXqF9DtGSjXJSfNWLRpB0jNJ6HYFyIZ7tSDtHSUoyj4mlyxlNRLSA8qC+mddTxK8xBmOMWo+8xijtX8VW4+VD4BEqj8pz6QyRVcsgRCpJIrBSjQiriSd0I0hOfvP0+vTTCZ/5E0HGx6gT56QzQmYE6oOiZ32NYE5VeLhIGhKJ11gZZ/VR8JhOwfyfxk60xZLDYHcjPSf2MDjQSU59xlFINp0kp91KWnPX62JHbz/7jrXz01+v479+9ihfvm8dH//J3Xz/nkfYeaiR9q4uchH0DmbYe7iBbh21ZeSo6k/0U9/cRWNTB426ExqOkuxv6Gbjnja2HOxSupXYJDjSNsCG/cdpUtw1bNlxqJVDckpNJ3qlG0mNu5/5Tk4yS0//sIxogIlTClnaWrZwvH4fmeG0BlKvxhnxRv6R3J5O5wt+72ONxlsg8akxkjxSqaScnXDLFgaa0+2dQ0RxxKyZdSR1jWBzGeX7KcwfaXSzcFYtRFnWnHkGs2dNY9yoEmbPGCN5DBBJKDY2pDTfQpJkYisnnObX923hF/dsZfPOJjr6I9p7upk5YzTJRJ90PuLooSZ2b9nCmKoEhUlDw9ETckpjmaBdUpCVfmqkEskM06aNIbQBzZKx1RFnc0eaR9ftJOv76elFB19kZWM6u2BgMNAiYUh2EhZOq+YC7bpWzh4nqsDYUBgjjYUBUeDnaKR5GctR+1/BJ4DAohqDVcJo3nrnjX8kOw2Q5rUUQPlsLqt07AcCY1RA/uMT+SA1HikYPtGsHdJ+ikxAHPiyEJfNMtTWQ+z/DTh12hckmf6CSzDFCexwH337drHzJzez/Wc/IdZqyWP0QjbGyDBIpUWYn3C+PFCZCvE7qbRwBZMmsPh1r+W0t76dvopRhJW1NElCZctWc+a738OUF15CXFakaShc+gZiNJFzcmYxnlnjKRd+TjFkHLHEBsOs+8kP2P/bezHWkRo9mvFnn8dQGOB/I8X/5kxFSSmVWn2kdR/liCgYHqRrz07w7aWwxsnwKffXvF5y4hynxkaDnZwwidHzFkoBI6xoNIEhqV3ZgUd/w3Djfur37WTBeRfhwiJQvYU8R07fIFkIqSRqopwhaQO6Dh8Ui8P5vEbVN1GQXNxIO2MMxhj+2+OLfHhGhROVRn06Sc6qTZAIVOKxxggJf89H5Ktjp1UZ4tcSaLwNxusysZymKkfI8YAKVnVoMmNiUqXFxIEgDFj99Le35f/JHc+Xnw+xh82HERTGmJGEvk+nlNDQ48GUFDIIEuol8EknucRkeweEt1cwRgE0r1VO/jHEikWYqjyOp8NIKfk8v3skdhkL4fdFapNIalXt6RIKX/TM4Hl4Oi9ZOK0+E95JCmmg2Gge5Gl/Guj/NOF5iUhEGSpKq8mZLMePbSfbN0Bax8h+XmW0aNXVlYyvoXtwiP3NJ6jXHVDnUEzHQExP2nBcjudIRw/92VhGyBJrkAI5GKdFb6jjtGnaCUyfPJaZ0yZSU1HMzOnjmTZ1AuWl5RgTYjV/Ah3hRjlDJGdVYBPaIRiMS+AIsDYg1lw1igNr87rS3t0jGnMYGfn+gU7aTzRQVBBQqLFErcxzEE0uyiFCCIJAkc3HsWSfy++ShMmIz76I396/kcsuv4BXvHIpZywbzRUvms/LX3kaM2ZVMWvePD731bv5yrcf5ktfvp9f3f0Ua85YRHlFklShFvtBAcNyTAiXP6qrG1fJeefO44UXLGDJ3Cm0tmb56U83cNqKxbz2JYtYMqeE8WOTnHXWStK5FNv39bBldy+Nje388zWXcPFpo1g8NebS8ybz8pe/hCfWNtPeHWDDYl2L1LG93rJrTztXXqQj/WLJzMtXR8bGFGmMxC4FbNeC4NH1DWzedVQnXnJE8RBJLX4KNDsDL/soEKDXeCf5G0lVklURVrFz+MdaK3lZ6Uecl50xglOdMQb0nvILasEzHysYsBEn9u0l295BQgOZKi7HKS4vLma4u0tDbzTIjuSYcZTq/LZ181M88dVPU//r2wh6T8hLJ4QzC/KYTiu/QNsz52IpkZgRw9k4EmE51Ttc1uEHNagsx06bjP+j2tkXXwjlScbMmsuEFWs4nh2ibM50BgKh1WAZ4cx63FKqyLNvyOP2KxOft4FF3ZHWSuzBm24iu3MHTWuf4oHvfoesVnETdKeSKKkgYQMCnese27OPztZOwmSKrDXaJUV0NxzD/8aVyUuVv/7ReIg8rAlwshL+yKJ22TJcSQFGMzhWMJrMvbpH2n777YzXVpnyGhCsVVvcSNfW5xMpyqdOljNzaqtJTY7exsP0Nh0T7kg5o2YOv7PyQUhU7vCPcypXeDot6FhK5bHEjNR5ufr6OJtjZMUT4Y2/kUzwAvWVf6fgpKhGmprV4ieWzng54QxWZf4uA8WePx+cJm8u7wC8shsqx03A3/2YCOmqhrGni676Q2oR4UVgXIAxhj/2OMklv9sQz5GCl5MR/kTFyDzwfVo5v5QM1EDLcTQYREKnoUTFqvYyN/jvM4PUFtmvPA1OhOSDoIyANAKkM1nVOeIoVhDxCKnq8xFCq+BfT7qa52F9dST5OAXUQSRd8jA+bU41zBf8tR8Rp06s7l3rD61l975NTJq5nGkzVlOsIzPnkhSm5IT6uhjWalxTm4zm6LAYHdJOYMKUcSxfMpdVi+Zx9pLFnLN0MWcsnss5y2fq8nwOqxbM4LRFc1k2ayZ1FdVUlldQUFjAlAkTqCxOMlqL0BkTxrJw5lQWzZ/NYhnlxXOnyRDPYP7UcayYP13tZ7No1iRGlReSEK2BdbIvWdLpmLR2UMlEtZivorRsDGPq5jB+Yh0bNzwoW9Av6FhBPBqB4GXu42cP/tgpqzHyoH4MvN2KJXOkB6FvIl3BFrJzTy+f/txPdeTVLF6KaD0xyD33PEF7h+OWWx+nZ7gEUzgWSqezaf8Q9z64HRcXcOBwD3fdu0P3caFmZ4Jde/v42Z0baW7tp7Glmx7dc6fjBIdbIm78xn1s3dNBZfUYRo2u5ZGnDvC9Wx6nb7iQ7kwpd96/m+/97AFcWMjUCdPo64758rd+zbrtGidXKhwZ7n98P72ZCjbvTfPkukMU6QgaMdabSfDUjuP0DTpJxNBvK+lyJfSRIiPHks1kMLkhqkoiwmBQ8stibUxVaQHF2okF0SBZLUq87Y9Va9TGiyeSrIzx0gOv+1blVnmfViSVdarQ65XbN1CwRghwOboOHiQp7Yqto7C0hLJR1YSpkFQqIQhHJEYnrzyNeKCHvXfdTqK5FddyQjuoVoKiIo1LmdAZjL45TRLfh9OAeSLUM07EGGO16gGrfnLdvQRBgDeGSd3nlGsnUzluouDk3DTTB7q6cZmcYCyB2nnYSFwYnZ37tGfa4zPWgLEKkNJ568Lzz6CqbjTjZ0xnkbbJYTJFsnIURTJazsNJSAUFhRRph5SqqiSSgwyFYrirg1hCFbOMPBLWSOK5fZ/RzHdnY0vZ1KlULV5EJkyKlxCrFWJiKC0HOsCMlWuIbYD1HRsRokYxsc9JFpaJctBDJSU48S3BIU3j2FOPYrLDGsnYi1ZK5AQfa9B/R6oxwqWs00AYQWQHeunrbBOMFgbGE2mw6suPv/POXk7JK1Tg5ak2nGzP3+Hx1Hg6xQT+mCyWccNnZHS9XJz0RRabEY5EsWjzbSLJCa2iK6bOJhg1Gj++qiLUkW3zxg2YdBojHVTFH+XCs+qDdRFRZgCnxZAXqiMgUVpLoXQyI5kE2mGnTIbjWzbghNcKXsj9myfV92H+oBcj+oyJsaLBeOrNSQDFzvOoEGjsEdGx0iOITsL8QWSMGqGgNxbBOZywO/DlyhuMmivP3+gRqvRgJ0f2bqfr+HE6248znO5XL5Yi3SM7zSMj2kPN4aKCAkIvnzDBuWvWMHfyBKaPHcXcWZMZN7aKlUvm8MJz1zBpTJUcz2iWLJjJmWuWsmLlIt2VjOOslStZMGMGb3n1K5lYVcGVF5yXd2KLZ07gtVddxumLpvPCs5Zz/prlclSTmaH7o6suvYDlcnqBeC+SQysrK5NEklpTFpFIlRMbGNIpTjYzzOHDOzlSv5fYH+NK59FCh7/gcRqTQPwhGVtrFRkFNQxCYt2n+4D0xJkUPf0BW7Z16a7rAI8+cYTWNmhpizh8pI+MjjgjNcvKyQ/HRRw8PKx7uAJaOiP2H+4VrqToTXKs3bBxd5oNuwfYvK+XA8eGyOiI1N8HNXRYntjezb0P1HPPg/Ws35elfaCEWAuEhCkQ31Xsqw+4+7EG7npgP49vaKe1p5i0HGbsRN9AkWgZAu0yh10V2w/lOKojUFQ/7IrZfnSYnqECiAJkSXD+R/yXFaU4b9V8LjhtlhYI0+jNpmgdrhTtKWpG1XHZC7QrXDWVURUlWP2IIIx49a8xBhvkZ7DHRl7HVebnundWkigozzMei+8+GmJQK78UhqH0kM4qE6QSCbpbT4wMorxhWFTK+LkLxfgQQxrkQW3fBzr76NZF2sQFKzHe2wpxJGdkjdAqbRR7hQ0Dkycop4nt/1dVP8iufwiTN8odRP292FQxhSVJ0dEEOpPOakQTUcywJnRWk99GMhF+EghvrPJYMcIXis4gDPKGwaWKqJ47j0xpBSV1k6iZMZNcQlwVFFM1fSrZ0CJCcMMRBXKwGTm8JBYjgxcNDtDX2iKDLcwyIJqPvofnFE618XF+QNXa235XXMb4085goCABkndC8hhKBkw440wSVbWiAJEVqUbVGGINkh9UQ0jZrHmMWryUIV/gJ59C54b1tG/eSphzBJGnP8DqOMQ8Y6L5QfdY80qgNvXbt9Ok475AuH0vI6DWgxDpaGcSBk0AABAASURBVNZPvpEqo0VAoPIRLnjGM4LzGQV/i6TvRtwbIwYV+nt68lj9GDuNA5oU6aFhnJyTEx8CxeYMgbMYozZaQYbVddStXMWQyM7qGLYozjB4YB/HN8t5xFmMb8SzP0449OZ14PC2bfS0tGADQ6xRsakypp55NpEmpR+TkkJH94FdtO/dJ3gnmcfkZe5ERx69UZ6TweFpz/b3kxnoy+uVSjDG4B+neeJjY4zkbfHyR/zpxcfoGYFU4tTrCzQHIq3QTWB1aV+IlR7Fnj9fJ1ynQP/62FPptISJqBs7hULN65aW/WSG+ikoqMSpj1RSDihIYSQnLymTn5+GhIx0KiB/ND7oMrIVGQrkvDp6+jnYIIfmAgalsxnN5UwmZkj3PYWFRYyqrdHxVSHF/t9r06nM0cYmunq6KEql2H9wv8Y+x569e3XfHGkeWLKa/1ntXHJ5vXUMSz+GBoYgNiSSRTgKsDLClhTd7a10nTjBaC1Ak8IXq29nOPk8nTiZ//3IGgseZEQkeP2z1uJ305l4GKeL/0jjkdWCPktG+SQuERImLTFZ/AIa2ZzYCIE8Ul5vY7C69xmUzHKhMoEkKB3HZfH4nEmqywL86Y+VfUv4Raz4USUJyTIoKodEMZ6HrP9bq2SsftI4GwmvNgZhhWioIAoFozkSSI8RHqtTAudKtBNLaoOXUZHBGI1hzuD13ejIOJUqERlpCoKc6gwpG2rch9m8Yyvrdh3kF4828aPftPGtuxr52E1P8PHP/pqHHt7Lnt1HGUzn1KfD0+xtzqmAHr+AQiJQEq/nXseNz+Q/PvG7YHPW4XTBlevpINaFUyII6Ovvo/nQQfpaTmjF6ohNAltRSqgVDkEhZePkERcuonLxPCoXLmHU/Lk443u0YsRhNEheYFYdhkpE6kMbBXJaIRhPjeoZ7Gbd179I4713seU732Xo6CEOP/gbdv3wuzTffw+HH/4toY4AhIJAg+aELEY5vS6wYELRpYnj/OCjJ8KoL6MVxbApIZbDcRoEgROr/5Lx48gFgTC4/B/O9fW2E3s8VgoWG0LtOPqbdWyHw6nMCpeQPqfXCDsiTa8i5QzChegKKZ42m6LxExg2AcN+MtfIiOq+zGjQ8zIxVnDkn8C3zvdviDTBZr/wclLT5pCRsgaSX3Kwj+0/+T4tjz0IMsDGxsTkRHmk9k6DHo2kTZZAq/qeQ/vpOlzPrDnzNU0C1aEJGys2CjHZjnbJGuKsVduYdF8PyHCoEqeJgw/KGPHn1MNf88ZPNxJ94sFn85E+etVPlni4h+76oxS6BAmbIEwEhGFATvqYaW7CREbNDFHg8rIyBJoERpTJua85l+LlK8mWFOLbJYVr9+230LpxLVZOyflO0OOdnE871KfyMm6GDD3HD9B1rJ6q2vHEcSD8ThPdUb30NMacfi6D0sH0YJaUaNn3q5+RPd6Ale4JDc5ECuIL5ZSOFTuXldj62PDgvQz29mKMwWjh4+lwoifb30NuKEMYO0x+rCUhlRvpAYgnB0gvHR5bFqHEtyc3CFrM5Y2IxtxaI+estoJDePL48Y15+vFa8XTmvyWeCeskE6u+HNl0L1s2rWXR4mVMnTGP2nHTcJpzCc2rVGFIoU5PBEyEI6fuY8Vp0f+dn/yMXzywjvsf28odv3qIn//mcX55/xPcqfDbJ9bz2Nod3HXfY/zg57/mh3c9wK13P8wNn/8GP77rXt72gU9wx/3r+ZnaPLBpB7fd96jaPZnH8ejGPfz0F7/h1w+u5aG12/jmzbexcetewoIUJj+elsDmKC60MqK9ogaCZCXjJs9h8rQFjB49hoP7d2lmOUkX8gAav5GE8s/ymrz8RyBiLSCslWyEITBJbCDHoUVSVXnIsgUTWDxnIiWpYSaPL2PRvAlMGFPGnGkVzJpWhV/IlBRZiWuY4uKAYjPMvAmlLJk+hlEVlmUL61g8ezTVZY7M8CCFcmKL5tRqJzmK6vIcoyvSrF40WbjKCIK+vLOqKIxZMb2SJTPrdNTpmD21hOXzaikt0GBoMVA7JkXSZiiTPCbVFTJuVKHok77JxldXQ1VNoLIU5SWSh+4KRxU7JlRHzJpSQ1lJxOTagNpqSAZDVFRXUVI+BpcsJ0pVkSyrpaB8FGFxBZ065hvwvxIu2QSSFxi8M0po3lrjiLQA8P4WEyCh4YzFeNhESP7RfMnHJz82EHTUP0R2eMirtKamo0wrlsrR1YRBkFe4CEthRQVop1FUWcPE5adTsnAVJUvOYNxp5xMUV2Fii5NhHEoUMlhYw1DpaLqLK2lPltITVmJqxiGtpq+oSjuFGu1WyhjqHaK/rZvu5jbQKqdTK6NuOcH+9l6dTycZEvNp4RourGK4uIJMaSVDxSUKPl3OkOhJJ1JENiQ2PgTEYQHLXvoS6lYtxehHpaI+pkxHgglt7WMZoFw6jckMUV1UTORyYJwgYwb7e/OxQ49R+COvr3+28EzwvGHwE0WFThQY7QCnn3EOFBaTCRPMPvs8UlWj8gMkEL2+Qx8QDYCJMQpWxtnWTmLRNf9AYtES+rSSQZ2XDHSz7/bvs/XbX6Rj01PEOuJER4HGO3EdwdnhYTLa8R146Ddse+y3zD7jNKz6tjJaVkbQCXckhxX3aGu/ewdJa6QoRpTGdDQcYej4MUamomTqAk0mczIveXkClPvLXhErOVgF1O+ppjGxmueE18cxpr+Lo7+8k9SJ4yQD1crgORuIJkhl+tn2y9tIt4gmOVhkiDGejggNnVBagpIKFr38VZQtWEafnFkk41Q62MGBH3+XXT/+Fn1H9uAGe8SS6MHzksPEQyrr4PjGjWy/9zHmLFsFQShHI9KE2Hi+TRFTX3A5o886j74wJXrUZ8thNv3om/Qc2C4cw8TWo431QSxaYqM4l6Z+8yYqqyop15l/LLnHmoyOrEgfpHv/foSNnGCtSBrWzizTcUIdZ3DEqHsifWKNiNOxpBefUXn6eBP9grWat9nBDOFAmp5Dh3Ea85yJ1TZSEAYnVCdD4GNl//j7+wDOy0e4OjqPsW/nZvq0YGk4eky8QVIOabT4KSwpwNqQjBjIZGPVRcQmYlCnDz19Q3T3DdKrXUufTkH8b751yZH3+D9S7uumr19hSPX9g7pw76O9P0NHzzBt3f2c6OnlRHcfxzv66dARelN3Ny3C1XoyHO/sobVrgKYTXfTqCC5jY7IBmseWglSS0mIYEH5DTCbdSfPxw0TxAFu3rWUo3YUzGSQsBUaC51XJZ3v9XaZRfSxZu9gJT4y/jsChpZD0h2FqR5XqHCOiQ+NyxmkLmDK+ghI5BRv1smDuaJJyPoXJYS44byZjRqc5/9yZjKsNmDuthqJgmJJEhpryIto0pueetZSyUktGi+Nstl28ZJg4PsXShVNpOdKIjYZZs1IL22SGiiLH/OkVjCkfZsq4kHnTqwjifumMkf4OMWtyNaVFkWhJM3NiitNX1KjtOMZWxCyaUce8qaOYWBuycvFYxo6yTKhLMX9mJZUlw1SXZUVfEfNmVDG5NsG8yZUEw93UyJnWlEF5UUxSXFfoRGru+BpmjB1NrAWsi8HbPfRIREqDl91IcPk0xmCkN9ZY1QtKrzFGLUZemSEnOzaEUcqGlpSMdklJGYEM37AG3O9uchqQoKhELQJMUamOn85koozrpNPPom6hjvHUzk9CZ1Mse/mbWPLuj7HknR9j1b9fz6r/uIHV//FJ5r7t/cx96wdZ9f4bWPH+a1n0nv9kqeqXv/s6Vr3jQxQsOJt5V/8jK9Vuxb/dwLL3fpLl//Fxlr3/Opa89yMs/vdrWfLvNwi3r7uexe+5nqX/9gnW/OuHKJs2S7TFGggpiSZxQWUlYXE5eIOiEMlZJXQ0ECRT+N2SM+JZK56h4QFsYLDivaK8XA6pH6R4RvX8FY97ljbGGIwxqkkxaslK4gkTyY2fSO2K1ZoyocpHXmPMSbiRvDMixZehhOhP1o5n5VvexuzXvhEzcy69qUIdkUT0bd/Ilm99iUc/9WHW3fRptvzgK6z/4Rd56Kuf4qGvf5XO5nZWX/lSyidOJTaB5lKMiwboOXaQtg2Ps/YH3+X49h1SZClImBT7hlxvF09875sc/M2d2lntxfmjkTxzBuOtr6dphMw/8/WNXL5PkLaelKsvNdotZLQT6z52gKYnHmT9t75B/cOPkFH5AJZsLmRYfA9rpaVOGTxymCe+802OPnw/PfWHGOruRIwoOIwT7dI9U17Lojf+I1Ne9ircmGkM20JSmiU9Tz3B+hs/y/qv3cj+u35MwyN30/Dg3ez52Y959BtfZ+/6TSy/5LK8jAgskRyiM4xwaQOC0hpmXfFqZr3mH7BTppOzSXINTWz62pfZ95ObGdi1k3R7G8O9HQx3tdGzbzub77qTYe2o5qxagzEBhogo3cNg+xGOPXwfhx97VAYkS9rmyAVZXPcJtt16Cx1bNjGs46pIDsZKZt6ZOC00hnqa6di1no0/+h6ub4A4ThAHKRmpLIceuZf6++5iqOmINlBDeGeV12HxoI5PMsKfeDygr3b+A4pSySLmLlzBQEbOs2dAjnU8ocoIU9TUTmLdunVEMpAmNARBoDaiVkOczUQ4GQMbBOIYZKdwzjKqrJT3vu1NfOAdb+aCM+T4szmSJpRZs2gAIXZMGjOKf3/bNUwYU62GEbmM5rN0IRY+YwMSQYJA8apVS7j6yhdQpKYJtYuln97pZHP9/PY394vlQpC7TyWqZCjheEsDpWVVTNUpgzEp1RkFdzIo+mOvVgFOwjDGYINAeBEvI+0i0Z/T/bMxFqtFRibbj9VJQiSb2S+nmtaCNxJMn46gy0sK6Gpr5bSVK+g80UJ1ZZl0IU2XHL0fK7QoTmeHZIczFOpYUeJiaMjS2xsTBmW0dQzQq8Vyd1cnCS24I8kYF+PHOCOdqiiRPuoapbevV044Ai1ijexeygxTwBCB8A9pN37sWCOLF0+nrCSQHHN0dPQxLHpXLpsnh9hLpJ1On59XWtRW604oEG/tcvwtTceZMW0SyaQhp9ODgSFHpzYTzcfb5PASHD1ajz+KzYJw5PBOycWePi9nRKfFWKPY5OtUgrUqMwbwgfzj21nPfC4X5b2/UWWoAff/gVJag1xeWUGYkNJoRV9YXKpGgfTG5IPzDcW70bY1qYEzElBEkk98505e84lv8sYbvss/XP8d3nT9t3mj4tdc911e/ZGv8ZoPfZ03fPi7Ct/mNe//Em+89gu8+7Pf4D3XfYn3ffo7/OO1X+X1H/8Gr7v+m7z++u/yuo99h9dd9z1ee/33eM3HvsWrPvpNrrnu+6r/Pm/4xM3806e/x7YjxxHpoE8k+o1JYI2VYZE6mUj6HmOCpISBBge0rGOgvVPHNCekRDLQEl5XZwcuF6vSCF6R1ztFp14vLJ/2sberBqfeYsEKvwyHUch34IEUjBEeBSUFh/pRqriC5a97E6e98S3YshrRaPJ1qlFT0So5+vRI0ICi+FvkAAAQAElEQVSp1jtP8lPbSM9KGXPaBax4579z5oeuZcYb/okxL3gJo1ecQdX02RRo0odyupW1k1hw8ZWc9473sOpVrydRPpbYBHgl8NMn0op7OGMwQSlzzrmYVW9+O3Pf8nZmvulfmC2nt/Qf3sqSS6+gZNQYXb4OaRWfwe9+RSEYw3N9jDE4Y/PBt1cOEzt62zs4oUmS0eQZv+w05r7sdUx+5ZuZ8io5lVe9iUmvuobxL30dE1/yOmZf9Rpmnnme6EjR2dBCu8LIeDkwThISVpMEW8T4My5k1Xs+yNJ3vo+aCy+lYO4iisdNIKMVecu27TQ8tZbWA0corBrNaS99Oee85U0kdZzqTIh/hEnjZTDExCaHw0KijLqV57H8X9/L0n99D2NecDHl0yZo5XqIjbffwYNf+xoPf/d7rLvzNtpajrDg3LOYc/b5ZJKFRIEkp2ORxv2H2Lt2i4xLljErzqb8vBdRfd5LqDjrUirPPpeiCeNo1FH5rrVPMNQnfZQhcbov6m06xq7HH6d+72EqJi2k8vSLKD1TBtmHNRr7RQvp6elnz7pNHN27H+QFDLHoRl8kG8/VHwvmv1VIonnjmEgUsnz1hUyZuZDqqjIZuy7hTJLUiUhHu+ac7p6djoecjurCIMzbBT+FAhsSynlEsglOwarVBWeu4YyVS1i5ZD6XX3YhZWWFZE2koO6dIaGoorSYM1YvozAREMSiXXxEOYs1BSCdddKZMDbMmzaZFQvnaNgj0lk5QJPAauEyNNhLY1MzxeWF4rsLG+SYpcXbpInzWLniHNFvQe1BFBl1KL1UgRLP/nr6jTHSA4MmKH7+FBYVEoQhVouBMFlCR9cgZdW1TJ+xgLXrdtLRHVMzZhoFRaM4djzNmAkzSJVUs2t3B+s3N7BhW6N2eIaWrpixk+czFBVouFLMWbiUzZuP0NY+SDoy9PYV0NVl1O44uSjgrPNWs3jJMrZs2UesxVd/Jik8AWHJFPYf6aejL2TclLmEqYDIFbDvYAvLVqxilnR/96EujnUEHGwc5tF1+zjY0M+xExl60gVsP9DMui31nOgx9AwH1E6YrjGpZOuuPo42DTJq7EQqakYxKDl390cM50KGcikG4kJ65PiO9xkGFee8jmusI9nSUPJBcgNDEATkk16pNKZorANrMXJQ+Mf4z0gwxmCtHIuVQQhNgEeWiSKKK8opLi3Bw1pNCNRRLi3/p9jEGfqkjBkdezm1c1K+WMhdYHxfhBJGmJOy5YoYUOjNJRl2xdqGlpCNihkSmnLt+y66YDkf+LfX8LmPvZMbPvIOPn/9u/nUx/6Vz33y37j239/Ia64+n1lTx+EyjtxwAblsmZSvgKzw9w0lGUwH+FV0RvceAQHk+YgJtDLp2Leblp1bITOAy09HK2cjxxE7YufQMoOaCRNIlJWr3opPo4t9RyjHi3LOw/C7x+eN8dIYKfM48iASrvPKLZT5vEA8rIfysQ8+jXpxgcOZkMK6SRSOmYwkL5JVlm8Ixph84ORjFBvhNerDqg/jgwbStzOaCKkxE6lZcTozrriKxde8Gb8zWPQPb2f+K9/KDDmpmrkLSVZUgRF/xqi1YuGzSidkaMZoV1m7dDFVC5dRvmINlXJqFStPo2rVGVSvOC2Pu27JGibMWUxSxzQBekRUpPZK/cnX8z0SDE7j4mXkHZAPT5cHlprJk5l1xllMPfNMJpx1LrVnX8S4cy5k7LlKn38WdedcwPizL2HcuZcw5pzzGX/OuUw562ymnXMG4xctgGQKLxIjGQY+eKo0AZBxMiUlFM2YyZQXv4Slb30Hq9/xb5z+rv9gzb99iDX/+j6Wv+mfmCRnlZo4HRLFeflY8edMrOEyGNEdE2KkW5FxJ+1YAoqqKJ2+gOmXvZRlb303Z77r/Zz1zndz0TvexUVvfjPnvO6NOo69jIKqiaItoSUaedxGBmzKvKUsv/RK5l75MmbK0c5+6TXMuvoaZr/8DQrXMO+lr2bxVS9n+UUvpLRsNMjBRkFIxaQJLL/sxSx/ySuZ+6rXM+e1r2feqwX/ah+/iQWveCNLXv46Vl5+NTOWLMQlJHfRbUCOFaR6Sv1lrxGYNZZA41O/fwd7tfvr622h9Yjm03C/eMmRSjhmThqtHUpMwgUEJiSnuwmrfo0Q+F828PlQhsmv4ifUjeLcNauJMzk0ARmjhe6SOdM154YoTiU5c8Vizl6zjGULZgkfnCandebqBSxbOFP5LC43SGVZkjXL57Bm6WzGV1dQU1LEGcsXsHrJHMaMKiHIZeTUYq3kZ5CQvqKFxODgMZqadjMw1M0jOrYe1r2YkxMkbxOcOP3Tb0L2wErBYtk9bxsj2cZIi3envJUMjILfvTz46E5d/B+neyAlR9DNg4/uoKFlSA6oWaGe3fvb5YCcnMAwA1ERBxr62LjzOA+v3c+JroBHnzzAY0/uo0nOyKaKSRYU05+NqT/eTU8mwda9zbo728K9D+3XsWYCFxTRN1zEw+uaeGTdcZo7inly03GlD2jHE4qplBxbhnse3s69TxykuT1gqxzhULqInv5idu/t4mB9P129WhT2B6I1S2+U4PEth3h0QwPHWg0H5LwONPVysGmYddvbWLetnebuBA3tGY4rDAzGxEEhR44P5m1yQWhISm+SiQRICbwOgdP8d8oaAj8nNcGkHniZIrvmNGdx/N5jnSpsUkzYQA0tmUyGzPAwGTmcgQEpoLadyOv53zP32h0P9lO/bRNJG5NN9yMtw8ZOIcAZRyQHpjEkxmFsEs1rsuRE2DDlxfCG11zER//zTbz0RecwZfxYyspLqagoo7I0RVVFgc5Xy1k0czwvf+EaPva+1/O+d72SmTNlWOkT7gwutlpRROSiLDmtoPQSiFFrHMMDXex88AFO7N9JqyZT667tOv7oxfg2uiPL6uhD2kpOu76ELupKJ44nawzeqSL+U7pTQricD78nppFMJIXM5nLEzpGNYm20IrJaEop7MBajH/R4QRvFmPxXKYPxXyOpSN5OOefTvjBffjKh9O+9Kha4lyQIP/nHnfwajNG4yWjGNsSFCWIZABeIHwK1URkG/6KcfzGOWMH5oEnly2N1kJV8nLM+q6mqWDh9wzyc8ThUJhiRjFw7f/xxeN59/ak431wF3pGJe6XAsxIb0WgS5DwPTmnUvZe7Z895HtST+nRGaZHg1PlIOhCkFVsKTnXKSflAcHGsccmPjy8PiL0c1AdyBqRktEorsSVahBSW5OXl5SFRKDIKJ2n3csDg5aRCrPKB+jHo0cd6CcQQCW8sRxYUlRGUlhFKj21RKQQFOB1rOIE7YqGIiUVbJN6w4kntkOnE868yF0a4MEYdMVIWEgeCU51xRr15uQRENkVsEyDanC81VkmrshCneZZvG6C+LM7jlo7iiYBTkVJ/6vXAPozABOJj+kyt4HUPd6L5MMMy5tb2iR8fIqZPGE1pyuCiYVEUEXodVJ9WNHjVymgBG8cRVo5hyeI51B/ay6at2/B0pozhsvPOoqq4gMIw4Pw1p3Hp+aezcukCjZjJ76RecsnZXHDuGcIdCwdMrKvliovP4ooXnsPMGZOoqi7nRRedx6uuuFg7pgkUmCFGVYTMnTVDbYzoVDvR09PZTsORAxQXlzB6dB2o1vHMxzwz83tp/5t8sea51biFQYAxRvM9J4HGGP3EsZEeqExxv+7Ocn58PJzGI6sypzHKaHcTazziGNLpHFnZkIwE5MuMdpE54czESY1RERnhDCSPOBtr8a0Gah9L/5wW9DElxJIOErAzTrYvhz+5844rkm44jVdaxtA40Smz4HSNko4smWyI7wvx4AzkNEcyxOS048xGTrYsxNMRSy8zuQIyuRIyAhxyWXIqi2wx2bCMIe1S09LbHF4PC0jo6DahekQPxuTVF/FjfD9iNhKf6DHG4G2BQT/GEqsuJ6dujM8bQfz+a2MBJTVYLhmCdDwMLMVFRRjFYTKhIkMQxAz1diFp0tpQrwv0djJdx/npt75Kf2enupLwAMmZvkxWl4wSgvKRVkSh8IfZNAum1fDJj7xdDmKI66/7Jq97++d51ds/x6ve8Uk+8NnvUt86QCQhGRtKWDAcO5DXPX3ZLD5/7Vu49JzFhFlNBh0PGDFEbMg5gzemiIJIZ7CJMMnEaVPo6WyltbVRxVkaD+5SbY5+XRj7f3HCSSBJGe2cnK7LRhJxSIQGRopQUlGN8wJVXhqNj9BjzIhQW1pb+cGPbuWjn/kGn/3yzTz0xFp+9otf8bXv3soTG/eT9mKQvvp2Tr0a5fXinJB4xVLkDZ3IVm08MohK+XqnOvDQUT6Vx6FCX5KHNyeLlYmNYJQX1XncVqOkgdTXCVsOo3rjwIf8R2fbYiGPHSFWU8FYEPfrt+zkM1/6BoPSbqFWbV4a+HaGHEg6sRjxd2+o1vhjJGHK961aFfnXp3BeAVTnMwMDQ/zynnv50a2/5se3P8RvH36CBx55nNt/cY9Wek/R2jaIE1FOVKM2RuOZp4uRLziMMfp6bIgc87sQW6VVhh61k0XnSH0T9973W55Yu5aHH13PsfouMsNW7Uf4MdJDJ148RqNmvsbHsSBOydPnrXjwddbEGp8sOcV4GjVIkdqDwdiAAKudRwyi3RmExYkmq1rFNiayEafweofWeLSZH//kHu6+7ylNSsE5BK9xRI8QGGFEjsyIH6u8hAkmFj7o7hnkrnsf5vuSZbeMmjGB+rOM1AoM33+sbw4jPH7crRFRelWAR8effTywxcOjto5Qpxkxs+fOZdy4SYzW4jHihMjqA5dk+pQplBfFAh1Cw6G5C7EWZ3Euh9W8TSZTWKGsLC1m2eKF3P3ggzzw1DqGZKi8Ps2dNZ2Zkycy0NvLh6+7gXf+x3Xc+LVv5+X9Oenju5T/zI3fxiW0itWOZ8uuA/zze6/nHf9xPQ89tp4duw/wrg9cx1t1t/yg5mEidNRWlTN7zkyc7RY9xyksLKS0tJppk2czaeJsOU+L8QZb8hthNOZPPZHmTS6bxeuM1xNjlJL9iMRnNhOTHXa4nEIsubthjBbjRvM81hiGQYAa4pQOTIgxhtAkCaKk4AyBaDDGqFxyI0ckHL5NRhsAP4+87ZQvxFpLqF3H/IVzcXK6OTeEkyMBi4+KtIguLyth2pTJxGorU01Wdm1YTk09ynGobxcLNsYEliCRAk8PCfUdqr6QXMZJlxP4cXXSqtAGJLX7CSnECVcoORTJwSWks6H4sQYihZxoTuvuKitCIylZbAxRHBOoH8fIj3dMsWx5TnoRST5WjX29NRb/OP95RtCRXY5ADqlAd0RGtZEUvr+zi0gTkGSBJlYCJ4Jyumh1Pd1UVFbSrHPqo089yeUXX0h2oIdD+3ZKSMOYmPxky2nArIh0ko4jzcqFk/m3f30NP7j1Vm77zeMcOtGvXUoBYUGhjIa2pDtaePe1X+Y36/fy3hu+zSv/5VO87K3X87I3fpw3vvNGvvTtu7j6MToJxwAAEABJREFUJefx2tddiov7SCYTBBJQGDgJUpKRMLJyUvt37SEsK2Lq3DmMHT2Z4b6MjhU0ABJyT2Mz8mDkBaLL2UiDMtjZI4FnkX8iSKUoHV2LM1aGyGCcAb2cfJzkUTtmDJdedhlHm3u0le1g8ZLFXHnpC1i6eBnf+N7tfPJLN5MxGgitCh0RTopgJDt82sR5nCaP1KfBiS7j8QveaNBUoJxBzZSMwIg2tTcK3pH6cYCsGjpMrJaiyXh8AnWoWErqCNRWOAx4kByx8qoVUiNYI76cKtQ032KydolnnXE6yYTaqVwt8TD4VpKRiQNhNILVK2VymnBOdbFQatBV6DtXH0JoJDtEg/SSIhmDs886gz2HW/nF/euZPnMOZ5y2igvPP4cJkyby3R/+jI9+6mu0tvcLm8eo4HFKVirQK0pMLFqcAhhj9BFVRnAy+PjHxUSCefCxLTy+YSvnnnsOa1adzvRp07jljtvlZIc8NWprPTTCgPN0Op91SqMyo2CJVZ4vVk4i8h2BOEcYRAz4/tEjOH1V77/CocipgcWAaMkHkF6qRMbP18XaKYzRsVX3YJYtew4gzRCEf43wCE5yc+r86S5U5awKkFzFb5mOH0dXj+bhxzaQi1SuV9JRjxFGMnCC821dnl6HMcIrHKdeeyrxZ+NT7XwcUqr7kr2792iODtDb1aq53gv+NxPlbCdMnEpdTTHFYYZQizkZEgpkOBM2QPZIcDFJ6cv5Z5+uk4teDh5tY/e+BhqbT4i+EZhzTl9BUcpSXlVFWFiOTZXRO5wl1o42VTqaRLIQMYhRf4HmfHF5FcmSCqIwSc6kCIpLKa2oIZUMibIDzJgyg8ryGkycxuhua0i7u9KyFG0drTQ3NxKmQuGLGRn4SGn0eF4VPcubk3G1J8fGnQLTQEnCeRSBdXnVcJoToU1K+kYjgWxnpNOcCG9rvFyymYzSYPQjRZO8jMYxS0aLd1+WED82CAlQkPy8AU+J38AY9RNJrjBj0lgu0Dw9e8USZkwczQwdmaZcmrNXLmb1wqnMmThKu8zVTB1XxgsvWM0qHXvG2uVk5ShjayUP6bj4cVpQFsiu+01GKhl6ogiTlkDJQAuJQLEVj6HGLtY8c9I/KzsQKJ/TsWgkXc7JsWTlYBLaJQUKRnoe2BArXbToUXsjeNSvVYjVrzEGq2CsIRFYVCxROP7wsaIUdIRRUjMWhNRol+KGcmT7hqjQJMgJSZgzmN5u2vfvobB2LKtf8Sp6ByL2yAgcrz9K9ejROHHihD0SsZ5wTwTazdRWJPinN15BgYk4Wt/A6NoKpk0sZ0xFQJHgkyYgGRaSG3Rs27SV+TMnM3vKBJBTS0cFOleNufuhbdz4jds4+6xlXHjuCtBAWDHlMIhLvFoUpAoYM2YCx/bW03K8h9Gz5pCqrWP0zFnEuTQdhw6RyAyqRUxheblwOHLpAQgtxlgSOm4p9nxIqIhnDPnH5b9gjMNKmCUlxVRWluFH0Ir2gmTAokXTGDthIrsPNtE1kBGwIxJ8LBqVweQpFJVeq/1goe7zQU7AoHp9rC/zHwW9fhVpVIOxOCMMCijt8frYK4qP/UpFmoAxMYJSUGN90dRwCjF6jGoM+VKnr1Ma/zh0/l7FGcsWkJDyWcEbLEb9OI2XSEUg+UlhyBH5nBXNzgrK4h9Ph7Dn1QgMxiinRlZyLdM95NhxY30rEokEhckU5cUJ5k6t4x/f9DIiGZXrbvgOzS0DOLXDgA95nOojn5EcEW8gpKBqDySulPU0ZrVCffDJrboILiBZUEAQhIwfN4rLLrtQzRwmj0eU+3H1rX1zj88v6/N8OqGW8fD9iH+s50s85POIT/WlRYAhUmtfB06ycPo6laDHy82X+rx3eE4rRxXT0NTJgSPNGOlNUgZm7LgxJHVnYozx1QoWz3ccO6UhFl0+76stcR67dzjeeIyuqdY8SY3wYyy+/zwWpY0fqNgI/iR9Pp/H+H/yCRg3eRmTZixlaCjDQH8v8gBgBsimD1GiObRg0TytmboIo2GCMMobGCv5W8kwtJJXdpAVOoZ76onHcFHE8OAQa59aj+fPSZ7LZDRHjaqUYU6DDTlQ38w73/sxmk90ScIQyX44yTLQKIQmUN/i24Tc+otf84Vv/ZAhh4QmOWUGSCZyLF+xmHj4KNFAC35uxpJha2sbLihh4dLTsEFSfRv0wWD5c49f7UcyvJFoN8bknQyKPX+KiDVuTuhija+o0GlNLJicB8GoLKe2scbCJnRiJP2LFTx8pMW6mmpeIRyQPgmXk+Pyux8jIB9CHcOLBQFFRNqJhJJZEGd4oY4q/S9w5CT3xsYGmo4f51hjo5xuMxOl+1WlhZQUJgiMQ+ThjMUEVuw6BSNnKHxyEkPpYTK6+/P8+aBuiURjTsEfLfodlxOGQR2/9uvy32oOB0EgmiNSiYToV61wW/Eaa0PghNPrf0784SCW3KSwhGGAESG+DjEeqdypD+sLRdEzX/n4AJdIUTJ5EoPeCGmnkKipIqlVS1xUQFp8WHVqdLF4ZP2TuJyleupcVrzyGla99g3MOfdiyivr1K/weNjAgDrzxBWEMS9/yYXU6tKxsCDFsnlz+Nr1b+PL17+dmz7xr1x80dlkbSChRNrRlPP2N1zJNVedw0ff/Sr+6XVXUJaK8YoduQTbdtSzft023nLN5YyuLsILICsheI9tjMELvXLcOGafuYaFl76Q0XPnM27qbFKFxeQ6T9B79Aia7xK4obyqnGIdS1brGKKgpEBjbkiNGoMpLZXgPP3CJ4HqZeRxKlfKKWYkoJ0DUmpnAtq6h2huamZUcSGVRQnQBWFvb4b1W3azde8htuw9Sod2a7FQDA4NsmPfYdZuPciJzl627z/MQ+s3s7e+hbQG0sU5/ED29mXZsfMIu/cepqm1V5em+9l3oJH+QcOevcfZK8e7Y/9eOnXk4Q14VseiR442CV8DXf05Dh0+xqYt+xmSz+3pizhwuI29h45wUIrbl8lItSN6+3o4VN/KnvoTOiLN6uzY0djazfbdR9l36DhtXb2STYxXnta2XvbVt+lytpeO7h72HzjEnkON9A1rEkqTnSDFnl7Jx+QjScoRSQFjpYzXLV9OmK+sLiviisvOo7Wjl3u0g8po5X+8vYtD2n32DcUcPdZEfcNxtIj0OpxvI8VSDMbjEC7jAox0s7S4hPseeIrv3voIrb1DZDQxZkyfQpl2/iKeoeGIhuZOmhvb6O4dFE0IZ0YycHmZt7Z3c1x892jiHWs9QcuJTlra+mjpHEIHBsTC19XTy3HJoGdQ7TROfYPDHO8cZiAd0d3Xx9GmVk5095OTA/S7m6YTHXzvR7/QgqqX1vYOXTZniaQ/aiqesrScaKOxpZV+7QicjYhdBu9c2/3f4DR30NmdJqvVRoxBdkX1Tu1jrLWKI9WB/9ud1tZOOnuG8sYw1uoVPcYYff9PX+EIKpi9+DxmLlhFbe0cCopHi44ehnt34rI9LFu2isryAlzUT0YGU2IS/6Izcjg5kxXLFjGuro41Z5zBu/7xGv7tn9/I4nk6UhOgU6goL+Pcs9eIUJdvN5xDssySMwktAZzKjQx8RGZomNywdhmSrUTCgNK9A1nJIcCaLFo9s2zRQqbPGEd76xbt5urVNkWYrGBM3XyWrLiM2nEzcGo/glXVf8GbSIQYawiCUG3dM0IMeJpj/HioQuORo6S0mAmyKRO0CBs7pk4L13KSydCDYsNQIcg7A2OM6DbE8QhOo/nj53xOhjrrjwhVHyn2ZQ6bv0964KFHWbthM/sPHWX91l3Sqy7Z7SL2ap7vPdzIjv1H2XWwkYee2savfvs4W7btE351Lf0MZScDOOkYTH5x6J2jVEukO8HF+dhJP1GhM5ZYNECsH4h8XjLIqt4BCTmlnOjzjsUIwi82hCSPw6jO4xEoXjZGDSRCtdIrnL4O9eHLPYwx0jN+91gTS2AmoHrGDIKyYgI/CIVJCiuKGVVeqW17CcPWYeRkuvbspP/YUVAPjpwUIqvyHPnVed4RkScqlrI5GaAJYyu58IzF+PShY8c1MXvYc6BJ3vw4P9RdTHdvOyUFkNL5b01tLfXaznfJYPRp0l909iLe/65XECCLSigjk2LrtsNUFIUsWyjl0uRzoslakYPBGKN+DJFNkA2SxDJW2UCC1URv27KecKAzD2O1om7cvp0jWzbSvHsfgwPD9Ktt6aRp6IwAYUEfnu0xKnTOgY7QrPDv3bOf2371G274r++wctli0ft6DbrFCcHP77ibIwcP6px8Ai0d3Xzwui/QpxViMpHkwKEWPq02u/YdYNy40cycMo1vffdW7nlADl80N57o5svf+jElFeVynjV883u3yTCGHD5ykNuE9ze/fZDx4+s04EV87BNf4dCxNkJdarZ09HHt57/Jz+97jKSOMw4cque4DOVXvvEDtunoZdzYMeyUc/zMTd+jX8tLY5O6z3mUG7/2Y91/pdiyfS9f/up3KJMelFdU8KVv/JhH1u0SP0m8AfjiV3/EN7/zCwZkIMqrK9m9v4FPf+F79A6mEcuCc+ATSnlZGaWdJp2yoEmnl9hY6QwgxztlTBVhgWPf0QYGZY0OaWJ9+Lov88Bjm2XgMtz+819xor0dPymdx6VmTjlFwhPjDX+BdPN1L7uQmTMncOfdD/FvH/win//K7TQ2dkgmjqF0ms/819fYsWMvxaXF/OS2e7n1rgdxoiOjyXrLz+6l6Xg3ad0JfPlrP6KppY9HHlnPZk3oD1z3X3T1DoPk5Pn/+Ge+yt33P6nuA7bvOcKHrv08t95xH319w6Szjq9+88f84j6NoU4ZhoWv8UQvGV0sp71XlSfK6Yy/+XgLO3fuFw44cLCBGz79dTra01j1cfMtd/Ljn95OqiDJY09t5sav/1TjHojXgAhxLj2NjaThDN/58W26n/sZQeD4zWPr+OzXbiajUwWPOK+jPvF/ENSVegwUktrBNtPV00luqA2TbSURd+iQopXR0oGzTl9JnGnDRhmNqcZEc9L3n0wEvPJlV3HnXffw3R/dxo/vuJNbfv4L0f0zHnlivShLIE3g9JXLKSkMNLoRxhgihVw20j1IVsY7pzEMxaPqVR7p9MVYSxzH+DkYSqZRpp2iRJbLLrqQMO7BDfaR0jGViXsxDNF2op0BOS80JpgRPOpcr1UwCn/8jWNPk8UvevN9CjQIfDsn3EZ2a4SH6vIKli6Yz/zZM6kbPYrRWvCOra1mwexZ2iEu1Y59jMjNIcJJqH2sHZETL4HwGcnLyp7KcGIs4jcgVML3k9XJjp8sfqHaq0VV52CO4z3DPKUFbCwnI1XQNMri5MjiPM6IYS0Guvv66e7vkTN3BEkr1JF6Ar9jy2lHlM1K39S5MUblTiEWaRHWKkmc5w3pmF7hyOFUJuL1Oow69bKIZQOdaM/6XxRTs7yDUx5B+2CFzOL7dsIREYneSDRGotUKh8etZv/ttZ4m66B0wjSK65TLIEkAABAASURBVCaK/xxRRycN6zew+8HHtDLxxIeEQl6YHebouifEmRgUL7HxHBic0upDTDky6QzWhGIhx7y5U0gGlkAAxakEk8eOQv6ONm3JZ0ydxEVnLmT6lHEUyyu19fTQqBXohq37uOWnd3Dbz+/j8OHDug8YR6ytaUlpkVZGw3mFnTdrIoF6QHRrNED9O/9BQpXiJZ3F84XKs+3NHHj8YawMREJnp7U6wnMy1oUy4JUlZZKdIS4rpWbOPKEzvgn+8e2NT+SDUsLpsIIHa0OMnOg4HcFUlJbTppV9OpulorKY2MQYhVe84gquvvIyCnRMVVxQRI92TMMygMlEgulTp2q1WcrcGdOpKipgrHak1TWjaNLK3GC1KzqIpjdjxo+iZnS5cEK/FOySC8/WXdrFvPlNL8/LrLS8ioG0oaOrD5HHVB11loq3ubOmMn5MBa+8+gX5/3vlzToee+HFZ1CkI63qmjraO/oZ1DFMaUkRCxdoIUJM6GDhnBm89x3/yOTxNVRoB5MoLOOQLuO9LCZMGkPNmFGMHTuBcXVjNOkqWaIV8NGmFnp7+5FUFIyCXo23vvnXeanKEAQaMV+gbhR5OCM5Wq0BStAcwaqT5YtnQxBQO7aaGdMn885/eTNja0dj0OMb+iB8iF4UOx8bJyNQyvve/mre+85XSZ/Ga2d4hM984cfUN3UIf4J/eMMrueCC0ygvL6FcO+Ht++qJ5Cgaj7WzbftB5s6fxoQJo0jqgri7u5uXXn0Jc2dPJaddsBF+q+PM2toaKqtrcNaIRMvCRTMIU0VMmTqRceNqmD55HDPnzmbzlj0izUh+ZSRklOvkdCeNraNQss/JCBWrj9mzp1M7uoYzz1xJj/8vGrRY8zyee+7pvPLlV1JRVcqUmdPYfahBC4Fh/OO0EHLi2b9Wsjr/vLN4xcuvYpSO8qZJj/YeaKCvP+tB/0bB6CQ4IJUoFy0rsalCsplO/B2SGCc71EJf81YuPW85cydVUEAvqSBDMgFJHdcuX7KAivJinnhyE826JzzaNsiR1gEON3bx2LqtZGWcZCmpq6rgnNNXoxMmydXlx9paQ0EiSSIMPQhWc8YqjcpD8e6NeqC5nnAD+HDhOSsZXw2Nux8jNP3aLfbKSXYTybGV14yjVkf5GjiM8VJ2/O7x+d/l/jDlDbiT87PG5tta62OJQGPhW/rymsoKZk2biihFy2DKilJU6aSlqrSE3o52Ok40M2m8dEP3mnlbGFi8XljhsuInkL4b3etY4UxY4ZdOZ3QsF6uDQP0G1mAD2aj8wAf6Ki0+nOqyUYyEhn8CDyMHmgwNfneqD0EITrBIdl73/I7LZz08EoMxRkkl9LXWyH7nCIMAJYglu5ycWyC8gRWAcOdjgXs9DK2Vr4hBdDs5JyOEHp1PCyRfHquNtYGccCgyjcgI/BAq2HwQkN48tDoYea3/bSB/5IOMz/ilq/IryoGGI0RdXZTWjaZu6WxsYUqTM5ZJiWjZuJauvbtFjCPQhEWlYHEmwgmn815SlOmlZlS5SvRqN1Ero3vReasYO6qAokLDgrkzWL5gCkvnjOW8lVP44L+8lHOXTOPc1Yt56z+8khdfdoGO9NYwfeJYUibL8iXTGSeD6J3naClxoTTfqEejTiUbpSDyGXXnhWTkFBJakR57/HHixhbRasmqsf8HOMcvXkjd/DkMauADG1IxfhLlEyeqpVU49QrxqaSPxZDxsUImI4ccQkVlOeefuUr3Wmt4+PEneWrzPnBWsolJ61jssS3beejRJ+mQw7KBlZTUOP/m8BeiNo9TiFSW044hjh2+j6WirURHp4e0BW/QHUQY5Jg9axImNsJhOaCjsocffYKGhkaMmDdSGuNbSjkCKUBZaZHPeb2SKAzYBLv21Ov8foNokVGxwuMQrWhcrfa6AVrgYxIBvTpX9v/e2KZtBxgYjHCGPC5FJGQYSsqSaLQVVG4cYUL8Gl8rdB4nv/8EQQDWEos2Q4zN8xgg7eFE7wAD/cMyqmUUFQRo7ufxFWmHYAQX2pz6iTDSKXWlGLwM0GPyck4woJVjOh1TkoKzl0zhw+95FZdfeTrN3Z386n4tnmwgR1RK/ZFGNm3dzYmOLpw1eL5G11ZSLR1tbemit2cgfzQ0Zep4vHEwxmoxUUig2Ih2qY76FisEGN+/vla4i4uLlYpV4kYmsxZEeeSiGU1Uj0ts4yexsTFl5aUUaj6hQo8n0Aotq1WjBoo66Xc2k2OLFmX7Dx3BhgnhNgrkew1lWKwnnIgJctS5TJZN2tUe3F9PIB2IRMXf8s3bBZnZwpI5TJp1DsVV0yExjrBkHNZmGGjfRZg+wStffB5jKxwJM0gYp6nQYFx20bkcPVxPf9+ASJLMZNxC6UkqmeJ4czOdGgcjGSTDgMtfcAE1FcWEZMWnZCkeIzlvPx9yUopIsnQWQsEivZBSCC4SfB+zJo/hqhdfSMuRdTq5a6asqoZE8VhIjKWoZB51E1djwjKMtaLDKLh8GPkq+SfeUBbd2FNtwBifJi9rb2xDyXyK7IbTXC+Vzs6YMomF8+Ywa8YUpk+ayLw5s6gbNZp63V+Prqlh9KhR5LRjN+rcCpeTfsTaWRrp14g+OC3OMnn8SGOs5BPnMuSGB7E6Ag2c5KPYqJ0NPD+xFglDAs2Ayp1Og6xNis6QRFggmwdWTssopBIJvG12SuNlqP5j2RxjDFZ8CAHJMMSIFoshlLz8fA9V5h1pWXFRvizKRQiRIHzkRKuFfA49YkzfQPhiP2Y+6/tSmTFGX4cV3hFwNxKp9NTrfN/WIfUWUinB6MVLceU12to5nFYoqdIyslpJjpo4DhdEUgBHQU8XB++/B9JZIRScUXBg5HRMDFkpUM5kiMV4MihAVaqLSSVDBgd72K7JNnXiZLq7OhnShJozb5IGqoxi7RSO6ThjWMtloZFwDAVBwAVnr+TCs5fR0TrI7n1H8jsHpCiBmE6kEpoEAYGYdaLGYPN9xcpHWnUM1u+k6YnHNaUsToKomzpNq7gk9U+uo/uIcPUPkA4CJq46D1tcCt6pSvONQ4+nQlH+dRqDOM9LJKF5ZxNEgco0cDLnL7vibCaOq+OndzzIoI5NeoZyfPzz32HXrgZOX7OKyRMnkLChMPlBgTg2UpgkNghUllOArFaMVgrolGtsaWHytOmCs5JLEe9/x5uYMLoKrOHGr93Kz+95jNNWrmTurGlSEpdXPDXDqR7JwYkG4yQLLAPaCX3g+m+yTbuCFSuWMHXqBEFYRIVkJZRxDFKeRGD49W/W8dHPfodROj49TQuRcjkfI70QsGD0lXJ5hXWSL55QtTXSCiPejHH44nw5hljyl9SINOGcnyxWOWfwRi6Hk+mBe36zQQSkufCcZXilV3V+LBMmAK9MKnBC6jVtWH3H6sOpXD35HkDyapYz2a77NGMsGhr8Mc45y+ZTUVFKoLvR7u4BPvK5b7Fh2yEZiOlMHldHQnIxROTE94IFc3VfdoBjuhh+6+tfwuQJNapxef216iuQXByBenL5cis98v3n1FmkoyEnHCZOiBYDoi8nY+HEXwwE0lM8XWInUj7y/UpWSo68DrzDSiQEILhv/fAuvvTN27Rbq2P+nGkY8eyH1MhwgCGjPo3g0lnD1wR70zd+wgTdWSyYN91XI7VSz0LKX/t4qn/X3hgD4smYABeXkI0MRnPEpgeIsoM6yhqgu/M486ZXct6SKkYV9LJw9lhu/Ni7WTxzCkvnzebaD/+HZD46T1esk45zz1zBu//1bYypHSVcgYJh0tjRfP66D3Pu6auIdUzlJEMjWeE0SpJvRgtHJ1nIHmsMwMhZFQX9jC4a0mJ2BiW2n8HeBiIZ7v6OQQpSFTjNekwRuEL1gR6n4F+jj0FsYZT6U6+VrL1TtEFAKFkEosXFOazSqqJau9OSVJJSjd+EujFagI+mtKQMkU2pduPTp02RbauiSgvXlpZG8VwrnQzRpCVMhCyZN4tLz19NRVFCO9EEp69YzItecDZlxQVkdeJSVZ7kyhecyT+/7krdrV/MinkzSNqIhDq3muNlqZjLzlvGG195ifCcTq2c+gXnLaG0NODMNcsoSRpqyot07ZLUKUI1Beq6MGG0G7V4ugvDgAqdklSov7KiFKMryjR+M6hWm4TJIV9EUvBrVi5jzvRJTB5bKzotRXJuJUWFlJYUkggspXJWBakU02RfLfoxIdYGGGOI9aNBwI9pYA1BGGADg8GX6pNP+RiMMWqNIZSgfSpRVc2MCy4klyykvEyC1RHdQGsHna1dlFbUkJNCBlrNDe7Zlf8/kcgMygM7YfDIY8VOiRhPg0fZ1tHtkxog9REmSInonE3QMzhAUVGJtvM7ue+hbTzwVD3fuFln8Vl0/NVB05EGsnJMm7bslNHIUFhVyNGWBl0aD3D/k9sV9+R3coNSXv/PshgxatHju5emGW8oB/rYfvut2LZWvABSoyro7u/DDg1RIAM5IIcYy4kGkyZTPWcOqK3XUm9MhEmvURh5neqMuBvSRfbGjVs53tLOiePNrN+0nb7hNGUpeMH5y1R2nO985zbau/pBwg2SVncQvRxtOCwF69el40EOHD3Gzn17dCbfruOwo+Izpwvudl3GdtF6vF0X1X30Cud9Dz/FN2+5i89/5cf852e+zS/vX5uXZZ9W/iVlBbokT7NT90L9A/3sPXiEwzr2OaBjm872Nu2gDtOfSeN3jEOZSAuBfmoqKvAX8ft37SOtS/j6o02602snp4keBBb/GzknWpsoKwoZVVkkA32CtrYTnOhs43BjK0ebTnCsqZGm5hYGJcOMxqdedz79/UO06ahRasGIECUsCczJOh7TneDe/XsYHOxn44Zt9PYMKp2mqek4N998B/WH9/CON17F4tmTpFsRjcfbyAz309XVQeRi0W8YzDhu/OLNfPDDn6VT7YVWQ+UV3RJhSMs4/eyuX7HrUBOxSSgYNu/ZrckScNXFZ9F+oofW1j4WLZxNLLqOie+hviydXYM0Nrfz6GMb2bijgXse3sqPbrufHVsPavJAQYGVOqQ5XH9ca68sjcdbOdHaTkvzcQY1Pj1qnxly9Ghn5RdhfuXYfqKbdHowv9AyMmISSH5sh7Xr6ezq4bjk2K870rRWyZGMbLuOWju7B2mTvgxpB7F99yFmz59JeVUZBw4eze8u/C+WdPdlaG3rZqB3iJ6BAR3/9use6hDLl6/UxXmJaGxhaMBJtkO6Ex0U/S4ffP9/PsQC8UHj5o2AZKoCvb4sh5Me50NYQCJVSpTr1Yq9jXR/J1ZHMi7bTWvDDqaOCVk9WxOh+zBf+tKN/OfHP8d/fPSTuhv9Hsc1B3Oal1nN0w07dvOdW27jg5+4kQ9/8gu8/7rP8u/XforPfOXb0uOjOH//a6z6DchKBwItCoSVhGiLtPsKzDAVBX1MKO9j1ewS6kq6Gew+QBDkyMhZ9LQdoaf7kFQxJ06KFIegtihH/jH570jW8+j5HimPvJ2sAAAQAElEQVT6w6/XQQ/npDfOSKZqakyQl621AX533NvfT1ZykJjy5Tv27uFnd9zF5k07kDJSVVZKTXkBRGlSyYDAWskwq5DjjNNX8NpXXCmDniBlslxy/ipee9WljCotYOH0sXzqg+/mkgvOZtzoap0mzeJf33qNHNa5csj9LJ4zno+r/ppXXMX0CRM4a80q5s6cSmEA5QWWwjBizRmrmDRlPEuWzGPKhNH4+75VOma/4Jw1nH/WatZogTpn2iSWL1zEzEmTmD11CuN1B7ZAR8AvOE/9VlcwuqxE/iFHvU7Fli+cq0XDcvzR/tSJ4zlz9QpOW76UuTNmsGD2bKaKjtUrV1On3XuseRkpeNl5OeaUzmmT4rxtlsiNnNIfytvnLX6wBACGKEhRt+o0gvHjGezso+fwMeLufkbX1pE2AbYgAaRJRkM0PnQ/Lf7XOeUU/KoZR37CWw2cRbBSqoOHjuKHHHlboxXzxPET2HXgMLf+4h7Wb93Lk1uP6IJuN4cOt2gC1lMh5osKizmgc+ZfP7CJw4eb8PkNG7Yy2J8mPRjz0OM7dU5fj8uFUtIQK4UNDRitqjAReTr6u9h16/fJHDiEpyWZCikV7prqKtq0UnHaZ/kdXKawnDmXXU5QrhWVNEpohIiTTz53Mi3mpJRpGaKqijI+9J5/4APvvoZR1aUMp7NY8XbOaUtU/gZOWzpPKwh49z+9ipnjR9Hb2c25Wq184F1vJtJlYqwBmTFxDO952xu0WzNEcvLduoN5xVUXaKewQs6sl2NyLktkQK95xeW88dVXcsZpK/nVrx+gvvEE7/yXa1gydzJHDu1jpu4t3v/uf6SyJEFOR22FQcy/vumlWukU6wI6Q6AJ7X8F9H1vfw0Jm6XhWKOOGJfxxte9hHZdUhNarIxEUgIMNP4vv+oyXnjB6WzfsROXGeYdb3lV/kikW3eKfTrCffFFpzNv6li6O3rok8OPcsNc88rLyGQGyMrxIRmh8RAqBoeGaZDzvfi803jTNZeT1ErrkI5w6o8ekoNoZfnieXz4ff/E+afNIynlHBweyh/lXPXiC8hmh9Q+jZX3SQWWM1cv5eLzzqJICxqjnZ82WxiNt5VLGju6kmtedZVo6mDH9t08/Nj6vCz+/W2vpaY6wZRptbzxNZdytH4/hw4e4eILV7N06TS2b9ulY6M+6jQBF82exvL5M6ioLNPC6Gcc1BHvqFGV/NMbX8GBfftZt2GzxnmISy8+hzE1FaL/hHg7yvnnrBCtA3T3dtLY1EptdQmrtLM8dLCBIs2VK684V8c1u9mkvo7WH2PCuCrdN4yRXmt3njHs0oLi/HMWEGf6Geob5vWvukzpXnbt2CvjMJ6XX3ke69avY/+RI7qna5N+LGb3ru2kCkNeK9jOjmaN1R6mTh7DFS86m3VPPqb7wXaMMXhDcFJ5/0xkVG8VfKwo//pZ6yRjaYUWbU6zyBqL06nAgO6CThxtoauti8G+NN1tTfS0NlCRcCybXsa8SZa+7qPsP1rPnmOd7DjUSteA0TmCaNJitFHttuw7zLZDzWzc3aD4ODs1/3fub+B4Zy94OyNj7/XSauylwurX5hcFLh6myPYyqSLL7FrHwimlpDInOLp3E1npWySD53dxBakxWDtOuIpBx74jRog/eOI/yP/3bBTl1NTJrkVaOEaaq05ABhRFOZVlc0SazyYIqJBtUaUW2gX4E5E67ZiKCpJUlZZQWpjM67immgdRMPkdV8oXyHYY8RvYkGQo1GI4KXxXX3GpFlXF3HjTV/jcTd/ga1//Nj/83nfZu3s7JcUFvOiSC5g4qoIvf/Er/OcN/8VHP30jO6Sre3cfZvb0WRzTEfX+ww0cqG/kmBaRjVoc7pPt3X/oMAc0D5tUdrThGAcP1eN/bdw71eNagO7Yt5vG1mb84r1RbVo1XicU5i5aLPvTyNHGJo4pFKQKGNTiyP/a+eHDhzSXOqivP0S3FvqlJaXiEay10kWfdEoHShsC7ZCiOPKM4h9vMnx8Ktj4ZCo2RgooI181ilmXXEKmpAQjAWV1mT5woo1qHQ3UzZmJiW1+jFO5frbe9iNat6wDeXcTG0JtXasqK0gmkuo45LCEcrShU2YjJmfA31PUjp2ki/pxLJq/iImaSGeefjpjR5dw+qp52iW0cstPf8GGzTsJUoYLLlpNTVUJLzj3fKaOK2PK+GL2797Pg09uJjZWg2rllBypZMLriBQ3jUn3cvCuH9O+9mHthMCmyqhbtIDBKEu7zq5zUtxQu7U4LGLUwmXULFiqthb5UcCQf/KRUXk+h0SDd3aVVcUskqNYvXg8S+dPZonuwWoqKjA6HihOJVk+fyqrls+grraM8bqbuED3S3OmT6W8qIj50ydy3poVeSeyeskCrU7mskRb8AK1mzFjMmesnsdZq+czYUwNBToefesrLmHZzDrmTB/N6iWzZOyqKJVy146q4IIzV7Nk6WLqlJ43fRwvvOhMZs2YwPLFMznn9IWsWbmIitJiAhMrOBbMmqgt/RoWzp9JVVkBk+qq6e/vpbqign4p1ZiaMgIL5SUFXHT26Zwr/FPk7CbXVXDVC89j2eI5WkXN4jI5q4t1xDBx/BiqKsq1ylrBxTLKq5fNI6XjUwmCWB8HorWYM09bzhUXnsGLz1vBCy88k2Vy1gvmzmTFssUsnD+L6tKUZByDxrK0uJjzTl/OlTqyOPf0lVp9lmKFKyHvc9qquVx0wWqKkoGcFHllNgbVx5rwKebpOOGMlUtYvGgu5529iqtF8+TRFeLJkJCzPW/1Al580TksmDuLqRNH88qXXCB8a+hqb+bd//xSLj13ARecMZerX3QuFVWVcj7ZEbnNnsirXvoCzl6zWqvAKbz4ktPkJC4QjgmctXIBr9Ei4tLz1jBKbaZMquOqS8/llVdexGI5t0IJ9NyV83nzK6/ijBWLWblsAa+84kKueenFLNJRTaEm9HlnrOSaq17IizR+VVpFn7Z4Lm942eUsXTiHGRPrJIvTef3LLmP5onlcftFZvPXVl/PCc8/AH+mcuXwmb3nVi1m2cB5zp43lpZeewWteegWTJk7CP1bGwMd/LjhnJM9TULEcmYyF5O7k+PF1qjYykoYB9m9/lMfuu4/tm/bQ3TkgAw1+1Z8KjJ8elCdi5k0pYfGUQkaXDAnXIDZpSYZOC6KAyEkzNPdycnJpDXukM6HIJsiRICu7EkWRCHH4Ew5yOS3Y1DZRgAmSWI1jyg4yqSpHXVE/C2fWUFZsBZ8jtE4LqAzRcEYLgyYeeeIRegcGRb4llm1yckpOPPjucWry9Ovbm6dzf5gQVqwVDi1+giAkULAyqJISCdE+2D9IcWkpnb09Muqt9Pf1M3PKVK55zStYvXKheI7o6OjQzrqLiopqMlq8+qO4XDbCRU72SzidaBBtgTEE0mgjmSfCJBXlFXR2d9PUcpzJ06Zx7bUf4W1vfTPXfug/WLRgHhXq1+/Odu7aS0Zt+uQgOweH2Ccn5DcCrW2d7NPCqKW9m0NHjnGk8TjNJzpobutgf/1R3T3ukoNp5oQWmoeOHWX3gYPaLBzgmE5+2nu6OVB/WPY/qbEJ2L3/MI+v3cS23QdU3khLZydrN27kkSfXckj32J06cTl07BgHjhxl9+4d7Nq1G2skNznrOO98wFjZUw2Ad+RhIMdiRuTuy3nGYwWHU6WREtrYSYkso5eupO600xhMqKGUqb+3m9aDTezefpgxCxZhk0kKdIZZrlX57h/dzLEHf41jSApktPUbT6its7EwmLZ8+4e/0DGGIVDB9m17OLBnuwYqZp0u/PcfrGfz1q2kUjF1Y6rZs/cwC+bP451veTmXnbtCx0xldPhf2+xs4T3vfDUve/kLmDV9FtaJWhntUJd4U2QIyqrL86uYcGiAnbd8O/8f1xXnEkSJBFXTJjKQCSitrKJSl8aBaMelCMdMZPaLXoyYIS8E/BNgfaTg9dYoPvXGEqbEg8QkXpP4nY5vJ1I00WLIu92YtEuQNepbCCKtfnIa0sgaosCoPMJD+k4iIfJHao6ssjnxFOA0KVNyUCtlwLZv38H2XXtYr63/ju3beP1rrqBaZ4OB+lFnoEntUBtR4ydIJCyRCZUL1EdEbDWWJgCr4Izg860w1lIuZS9OFLJ1y15K1d+bXnO16iNRhDB6bIL1bY1RQlX6Cpu+J9Ma3xhJKkK7MJXFvk1GfRucJlis/jy8U7lmHoGOSNGk85PQyfg41QtYfYUY0ayPcBuFnJApiAOfI9BX9Kpi5A3Up8piyTNWOyc5k6dzpFqNhTZSJsaXmzgkkJzw/Qmnt5qBEc7YEetCYql2M5s3b8MfdW7bup+HH3ySl+gyfv60CRi1MZKdH3ec0IkvI31TQ0494jafNL4Pden5dcLt6TDqzzo1FN9eBihtfFrl+Xo7QqeH80gcoksJUYYPsc+rzzys2iJ6cB7AYeMA6/NeF4TTmlh51cUKeo0ZwaXkn32NcaD2SE/RY4zJd+P7xWYVDaq6H5frorxM8pQhTqSK8juWREFIMmGxCTVUyGlHUVwcMXdqAYumWKoLu3EZBZX7LkIsTruYWI4nobE0oj2W44lltCItGK2xnmv1GQtSkWCNMSQSEaVJ3U9NDphSNcyiGdVUlRti6ZURPYFwFRUVEgZqo516WWFAcSoS3QPCJ930sjLKKziR+pe+/rf0PGxoE0KsOaX57OkNrPgQ7e1yNt7xBakCmk+00tbeQYMcwq4du9i3fy97DuyTgT9O90CawpIyGhob8cINRbN3zh3dfZSUlLJq8XwtGicxYcxohoYGadNOZcvGTYwbU8sFZ59BW1M9n//UJzm4/wCDOiI8uHcfu/fs1f1UDf/yT29m0cxJnLNiMXOnT+H888/Cz33vwOvGlLN4wXTKdIIyY9IYZk8Zq533BCqLU1roTmTKhDFMnzRBC+ZiqnS0OGHcWGprRitfSsqGlKcCOf4pjK4qY+K4MUyZNA7rtzAGCAKcl4Ox0miDCUKwATaRxCeNdQKxCgEYL3WHtYKVTXASQmAMxhj+8NHU9sAGoxonJH7snIzV1IuuoGj6fLKRpVAr/IKacuavWa77nz4tXtJEmQxWylQ81Mv+22+VI7iZTGcrZ6xaiMkM6SgjK1ObZPPeRn7l//AxA9WjS3XU9VZsbEnr/mnliuUkCkqYMKFOK855FBcWMl4r2KQEYUVIj87Y+/p6eNELz9FxyzFu/NIt7Nh9lMAW4gJLQsK57NzVlIcxgwf28OQXPkvbk09SqOMQZwso0kreSvhDOvs/sesQTfsOgrH0qc8Zl7+IxJix+by6ws8ALwl8xhsA/JMvUcJiTELKkuO2n9/LV37wS7bu2s9P7/wNG3Yc8LZGR0wZtm3fyw7d0WzauivfxhojZ2XYtHUPX/j6T3S8ckCrhwO6zH+MjYJN63KaWAPmDZpatEtBb77zfsnrKYrLypk7ZxaLly7gnLNWM218HTZvoCx+wPMWRAAAEABJREFUgEcocxhcvn9DwJ49h3jyyQ0qswqqkZxjE4OCcYpkwGIliiWTyy45k6WLZmn1v5yayhKQWglE8anXKCE82vmiySdswonvjV4dn24V3+s3b+awjgAwAbEL2bvnMPv27GP3vr1s0fFZTsY59jTbAGOEzxq2bt+jI4EWpDw40WKcwwi/OhMFgcoC34nKxJdK/FcQvpqRdCw5OA2Xy5eRHy81MQoY/QiHvjJDIAOEeHfKk29hBBTngxNdVZU1nNDxY0l5JbNmTdOu6XQmTq1jw4ZNHDpwhMfX72Dttp3sPXyYx5/YQGNLB34REQsneszJvn1fPqB+jjQ186v77iedVYl4w/crnfO8+jQaE5xIyH+sTyiMcObE7+59h3jw0XXSG+VEv1GZF50zwqe8M46Rbj0Sg/P41S8ny32S5/QITx5ecldjR4RzfZr3LfR1bOLE0ftoPfJzmg7+kr6uegoK0b1jRLeO8v3/hzPQmyGdiRjWcZrVnHQ6xi0rGGal7ncuXFbNhIo0IYME1hFrISOOsTJMiAnjdSt2GGNwckpO95Khr1PeG+w8WXGaRNzJ1Oo040t7mTetXIa6VNqexZ8ARLr8T+fv6Abxf4fndwvjJlSov71kBh+i9/gD9DSuY7D3OE5H9UieI8Hl0f+pj3cWJtaoSX9DGWgne5cTjbF3sNa3dNQfPUKs+qHhrE6EjvLUpk26jtihU55drNNisrmtnVrZoYM6wmyVo7GaA77/WPw+8PDDbNHx+CUXX8jrX/9q3Wv28v1bfkK77rp/df+D3PGre7XjP4ePfPCDvO4NbyItG/TFb31f9f3c8evfcPPtdzNpwjjt8t/C1S+4kEIMVk4a6Z2VPqzSzrq6wLJ68QJGVZTg74v8Efdi7cDLyoqYrFOvmqpypk+dzKTx4+S85uOPG6dOnsTE8eNZMGc6JQUBy+Qw5+l0rKaykmoFF8fEftwAYwz+8WU+GUk2sSQda077fBxH4NMCitXOGKOxCdTO4kSnDzzjsSpTJeTRCph8CEnU1LL0Na8jPbqWDh3bIYU7vGUTg4ePYtI5kjWVhEUpIl3OFqaH6HjoYR6/8VPUpTu45PwlJMOc5oiIkWP4wa0PcOvdT8jLjic0sY49zucF563hlptvpbXlhLamvZgwoLZuFJMnjdf23RE5SzJVyFwds1SWFzI4qDJTIGWGyIDVCnf5oomsmD+Whvtu46mbPktu/yGSUiCnXVCVPH9pbQ3pgS6Guxq1a8uiRRODQSFTL30xFf43Cq20ypzkHVCS/CMZGBw+nS9zSmkAimTIq2vH5S/lF8yaobP7KfzXV36A/yWEZjm9bTsPMWXGdK2O5KSEw8lYBOJ3ypRJHDjSRKW27f6o6kwdSf3qroe4/e5HiT0NQu+7qK4qpbq6lrbOYTnpiQQqT4gAo0HV/MUYUeUHzANr0NFAD2c1KRpaiAUzc9ZkVq5aKgUwNLe041esHizWJHQmS+ysgsHbgVadC8fC74hRFwqBUqg+xgm/XsW+xqfUxjdS0iv6hm37hL+DFcsXMUHjpVHWscUA/h8AnTh9GhMnT+aItvCRVsJGSogWNZ4OJyZmSm61o2rUl/ohUh+oSv1Ivk5UxKIJ0TlSETPS3hGJP9TKCIca4GTcvCNzPpMvd6Ldh1ixwTnyNfmP0rEKYrXViwmcerL43xRq19GTM5YCHfuG1ugoqouJUyYydcYUGpraOFzfxPQpU5k6ZYp2610YwaL+JHr1EeN0P+rznuxYn8LiErbuPiSjrT4E69BPLP4QTUorUmsjGqV7QnLKwaiptEV0JFJs0Y5YADi1i9XAy1fkqxujMlSS08fl9zTGgUerEiX0Kv+Hk1ylf+IVHcLoAfJ9iIrIDdE3eJQw2ahFZBujRrdpx9ENmuclWpwa7RQwRvrlGFYjHZYQKB+ERjtSSMnplgdZTptVyIvPGM388ZGcSg86sIAgxIYJvL76MQl0PBVqxxCoPNLiLC2dcVpo2qQhCDIU0MnccYapVWkWTKtmnI73EX3k6TTo5CtPR34BoHFNlQbUja/CBS2E5ijJ3E4aD/2K3bufUp9ZRh4zEv2Zb011DUkRHemuKHYCllMqSqWora6ioriYwoQlo+Oq7rZ2SotLKauooKpmFE76m5MMausm4P++8ERrIy3H6vH3uDIhVJQWUFiYoLn1BB+47tP803vez7s+8BHe9aHr5cz2iKcAv6v64c9+ybs/dB3vufYTvO+6z/D+6z/Hhp37GMxA50CGn9x1D//0H9fy9vd+mH9T261aDD+l+86KyiotHEp47In1tHcP8OT6zWzRAvqRdRulm/vYqkXjXh3Rbdm5i126dzqoBVd9Q4Pukw7rnrmJg0cb2LP/IFt27mFYOrh+6zY2btvOjj276dWxZF4voxhrAgLrg5VwYmKNXWACLIFkoCKLVNMR64ufeCryUWFxMQUFBVIhjYNeFT/9qsnTaYx+fCfGmHxhQd04TvvHt2JGjaVXl7ZFKvXOoHDqJAqnTWI4GVChQdM0odANk2o8xrqv3cR5owIuWzmTMNerhXBGWEu445dPce2nvs/RlgE6hyK+8K07JNSsKLY0N7Zra5umbyjgq9+4laee2Cr6HcVyeM2tvXzyy7fw7R/9gowUNtJKy2b7uGjuBF63bArrbryBQ3feQdnwIEkpTKEcacWsmbT0tv//2PsOMLuKK83/1L0vdL/OOamDWt2SWmqplbOQEAJJZIMFGBuMMTiAEVmAAecwHq9nPDtr73h2vpldz9gMY4MxGYxNjhIKBAWUY7dCq1utzv3e3f+/rRYSxoAN34xndy73vKpbderUqVNV55w6JQm0bt2Ejs07Ee1OhYaq00/DsFNOQ9WC02AuSr4Cjugd7+DQjxa+/WHe0XzgYaDfcKhzABu37cHouuFI9yOM3Vdg3+Ej+NnPfo0zFi3CCi6MlavWIiDPzlIcZx+Ms8H9i0Qijk9ddgGefvE1et3tAOtZRSMLxBAgYuorwKuvb6S3/RxWMXb74ONPY+c+Gldqnjc3bMUqhj/3MJz5wiurcfc99+MtLqqneaG/9rXN2N3Shn+5+wG8xgvOl15ex7DfBtCHCD22tTwpbtu+Fz/5h7uw+rWN6KJnt2n7TmzYugNr2U8/FyCZ5cuOALQxTr55yzYu0LewjWugnwtgb0sL9Dfg29pbGSaJUI6A5zvO4R78j3/4Ofs/hEULFyAS9XHg8GG23chTxyvY09zCdBU9wQ6kgii27diH9bxU3bpzDzdZP554+nl+b8NqbpRVvCsUL/2pAFu4WTbwInzzlp0YoKC27GxmHHw3+zuIJGU1IMVvQMeRbqxZ8wbe2rwNbe2d6O5J4vlXVmMbL2FXrV6LHbv2UIk7dPMCY+3ra7B95w70DfQiHIB2AsdeV1ONksL8sChFxWI8+VHPoqQkH2PG1qKd49nEU+GmzTs4BvAexWHPXo6Dp+8dlKPnefAjaeRtH9ZwQ3d09+FIVxfWUpHoT8y9/uY67KazkFQPzrBrTwu2Mva+90ArODQYlXPS/HAT619t1pj1zzQd4okk4DgHuJQ2b+X4t+/D2g3b8CrltO6tHRjoC7CN6725uRlBECCVIiL+mCcFM+O8O3iWQQVbwjuRLvQx2mE0/n4y4DJNIuBdhXMejLKRYuqjsnbOh48IAkRh9NP7aUb66fhRA6NhZC5OmZmHSSN9ZLh2RGwAsUgEHvdxLBqDcV/10asOnINFAbMkm6WoT/qQ7w5j+ugEqgo6MG/OCFRWFiASGPykwQY80vLJ7wBlNQCyBBn3nLx8RNITCMAqxmgGaNQi6fkYPXo8nHksteOA2T/wpoIUykpLUEFwvEMiY4Bz7CuAnObPXX4pvnrLzbj+qs/hXK71KWNGor6yjPdEnZRbK+LOUEHHq2nkSCycMRtXX3Elbrr2Oly/7BpMGDee5AL00skKvBj6Aw+d/Smk/BjXN/tg3/AcAuoV/dNqHT19ONLXTzxggCozRZ77qfz7uDf6OQ+ttFBdypvDke5eGpkN2Mp7oVaetNZxrbZ1dKG9swet3BPtR5i2tqPtcCcOck11cn3qnx8TvMmQ4I69zdi2fReaGX483NnN6M5a5g9gd0szDrW1c+/0wji2KB04rTEBKBVH2Xieo3MwwPXHdUL+Brg2zMB5cjD+53Nt+9QT1VVVSI/HiDc4SxzOsdeZ2bGP4zNmLLcI0oc3YOKllyNeWYtuxkLTGVZL86LooFeenZ8PnZT6AHi0+AwfIruvDXse/FfMSfThysVTUZoH9PW3obO3j5tnN275xk/wtb/8Kd7atBcRLt6IH6ewU/ibv/8Z/v5fHsKG3Z148JnVePKldfjb/3V/iP/Uy5vQ3e/gJbsxLJHEZxeMxYLcfqy76+8AKqusVBQRKoJEMT2U2mp4GZlINx9JKvAId7Cxp0PRNJSctgh1S86GRePg6qSIJBAy/66vvV1qxOMbliRVHGDN+rfw/Msr8PGlS+j5+Xj2+RU4ad5UHG7fj3Xr3kKMnnJVzTCtK/ZDDpzB54QFcPSAAuQwTJai4uikEg3Ja9GzjkVw3JQeO8vKycOK1W+ilt55YWEJ7n/kd1S6nfjtM8/BIglYNJ2XqhnIzMhHTWU1DXYQhpeyGPON0ZMdPqIaBWUFWEdl6XHO0jJysHLla8jkhWicm7a+ngZ91Zt47MkX0M/NseKlVxiC20Z+OUZuigOth/GPP7sXBYWF4RH+0Seewa6WVuTm5aCoqAg5GXkwKggjbk5GGm654YsozC3Af//RP+OuXzyO5kNd+MXDT6GkvBxZ2TnoGejDnv1t2NvaFoYsn35hNVLm8CQN0YGDbbx83Ufl3oaqqmrKczUdlm48+LvnoAvZCtI42HoIL6/agGfp6QXk8qmnng3/KLQju5JlBzdeemY2Ojp66QA9hmg8gqdfWoUD7R2oIs2f0Ugf5Ea856EnqariyOO4ersH4DyfFAApNN8zzplBD/UeQGXLGoBOA51C3PVvD6KXa/HNjRvpaW7B8yvexOo3N6GU4Y/tNHwDAXCAodcoN5zjSf3/3HUvjBvxyedWoHl/O4qKi/HAQ0/Q+erDz375GPbwoll8PP3CSt6rrufaMPQPOG78JP75Fw/SqMdpIAtx34NPYD0doH+95wEa715s3bQTe3bvxSEau8efehHmHFpbD8LMwo3u+I0P/JBpeCG2mcG4L6OuBLn509G6PwOd7T7LHAJGQwZSA0jXH5iJReCHY4yjj/iH+tKwvyeB5iOZaO7JRktPAZrb8tHakkRJIopTx2dj0eQsVGYfoUE5HPaWYjhO99YRi4V7I+KlEDcg0+tFbVkfpjT4KMvsxmieuHuTWTjUl4t25KDdstDlZaNjwKfSZlsXA6iYI56PwtJcWCQZOncDSR8dvSWoGnkGMjKHAdQDZuwAGi8/3+M1GLIzEpg/dy6oQ8lvChJpiu1fXrkK3/+rv6bz/Hd49dVVaGZNMBEAABAASURBVGujAYp4qCorw0nTpmJK4xg01FejsryY1xBxOHOMqjTj0ccex/d/8EP89sknQ0fQ+T6isSh7AqTYe2ltUuTNeY6cGTSmZH8SWtsDMtqBhQqflQD5MGcQvhHfiTk26WcIs5/GS98C6RMzI7pDQBnJT0mlAgCDfSivSIacGPUrMI5FwI1APJCjAJ7H9UE6Afd6APGURIy8q1ZIKtepVzyxIzjiGrtxKcdTswffU38pJKh7p02cCGMjC39Vzo+j74lfRwvDhCNRpCVlEWTVj8V4xjCtqg6H+1I4sHkz+vcfQAfDbc0MRZU3jEYaN6QX9eBxwWb0dmL/bx9A7vrncOOcBiw7tQnTqzJQlDD4FNiBLduQ4LE/4Qdw6AGz2Le7HameFI+2e/AW4+j/80f/m0rpJaQYkx6eFcO8mlx8/qQG3HpKI3K2PouDLzyKgqhD6fDhKB0zBjkMsXRaEm17d6Odnm92ehxeEkiZh4M8kVScdQ7qzjoXqVgCCAyShXrH+z7BUQxjE0GABGnPm9yAmU3jcPcv7scBeuKrefIYS16+8JlL8eDjz/AE1Uejkxt2FaQMXhCD+pPSMwAbed+SFh1AEe/myBBpB6wHUpTIAOvBkkRaFDnZmUjEo8iiwk9RttmZ6Zg6fRru5XF91Zo1MKNMqTTlfUTjCXi+B6NLH1gKftRHGk+Z7uhiTWc+FvcAlyIkkUaFvWnHXhQUV6CKF5qXXLwUdbzQT4XyiaBl334qvyQSGenISKQjr6AAb67fCOc8+BEfHvuCga9hH09rRfk5uOzCxbj8sk/goSefw6rX1qGz8whysxIYWV8Pxaczs7MR4ULesHk7iksqUF5aiKXnn4nykgLkZeegsCAPmcRPS0/nsgc2bWlB7YjRyMhMw7TJE7COoYZhFTUoLirAeWcvQQYdIcfwrQUppFFGO5r3YP/hQzz59MNRNomMDOTkZLF9BsBNdYgnvi3bdmJE/XCk8yI8JycXbErZO5gZwBw0fhjnog/mApbxZVXL/sNUCHHyWoK5MydhLC+T17++HqNqRyInI455c6Yjwn1TQF5LcrORl5nJu4tOpEUjyMkrQH5hIWWYBz8ShTzTFateCx2JBMfa2DgOK1auZZ8Gnwp29959OHioE8MqipCdk2DbMrz86jrkF5dA9xVGzJF0eOZObaLhTcObG3eihPIsoqPgNN9k+YO9Gh8Hdwx58DsI0mCxKhQPm4G2I0mOOwnnRZBMcZ1yfSEWgaIEm+lAuqyRyBs+H0X1i1A2+nQMG7MYFfXzUFo1AXmFFcjKykJpcSaWzBuFi5fUY/qIKArjfdwTfXAYoDlLUm4EmrYCGqCp9XE0lgOlRYYp4+tQUVrBNViFjOKpSJSejET5AsSKZyJW1IiWI1HsPNCJbiq+aEYC+UXZ4UiMlC2VhqLS6Yhn1lJacRh1Gf6IxzOHs5YsonEZAZ/7yXNGGkDgx8hpBDsZ9lYY7Ne873nsuecYblsT3q1Xci9pUW3mvdHK11/Dvz38KO761X14lfdFfdzDHg2RIy3PDI7rJSAIH3SekzRKOPqt/W5m6ON9vYp87rdIJAKf7Y0F4WkVxmXt4DsHD+CedHCe48mdc8Y7L8d+jBCEDi8VIpUtSYJFxOacMmOkEXBeFXITLx7LxIPC5AHzRkwLwDYG50TfA5ugl3ylUkn2NcDPIKyP0np7BgophYBSDxxgLDCW+Sw5bf48TGgcw3q9JIoTH6KfWDD0FZAR5Z04QQTxyjrMuukm5E+bjh7GUT16R/m5OYyjRpCWl4t9DAP1t/Ui4MJIugGk2wC8XVuw99c/hf/U3TgVO3D9hFzcMbcKX1tQjztOrcWdZ9biaxfOwgXzxsDvbcGZU2rwzU/MxbfOm4I7Tm/CV04Ziy/PrsRV4xOY7XbCvfwAtj/wT0jbsxMJOGQUFmH7wb04kjzCoQKpzh70btuLAYaA9u3YgiTH0JVXjAmXX4URp50eLiQ2Q8olOTRjG2P6fm8KRCRSgDaGa9Yx1LOPF9c76Z0uXjgTzdv3YOWLKykHD/feez+a9+zFOYtOwW8ffRi/fvARbNy2C6+vW4/du7bjpRdexe7du/AyPfzfcJF+/tKlyM9JDyfTzNDe0YlXVr6MXcTdvfcAtm9vwcEDbSzvwvYde0j7AE+WO3DowD5c+qmL0EPvOOJ5OHSwBdsY9926ifLe1YygP8CR9g7s3LGLRtmwd3cLtm9rxvp1m7GT/Pb3gvVdDGEdwJi6aqxd+Qpe573HW1u3o7llL7h+OOYUamuryV8GNm3aim2k1bxnF2bNnEJ6e7GPeAOpFEVD+VDO+rs3jz32O3Qypt7HcOmsKU2YNm4s+ju7Qs+/hfHyA3Ritm/ehGbSGju6Ds889Tvs3rMfO3buw8HWDmznvdPBQ23o4Dzu3t2MgzQANVVleOSRh9DBcOge9jm2oRYPPfwIdlFh76Lz0c17jRQlCPPwmyeeRw+dmsz0bMrkMNoYkji49yA6Wo+gq6sX++hAGUMJZSXFeP21DWjnaWnjW+uwb/9+bh2EoC0ievq3/vbs2I3d5FUGIEWrVUqj2dbWgvUbt6EvcDzpHUBpZSV0cmzv6udpZx9aeUpr4Ti7uFkPcD53Nu8PT0OtrftD49wtPvY1QyEr/TH1N9avh0JzL734AqZMakQXwywdHQephIsRo8O2fXsz+nr6sWvHZkwcP5rztwsvrXgD+9mfH09HJAXMmjqBp66HaLQKYWYhcMF+wNeIJ2ASviRoR+eVSk/eM/0HKmTuFx4Ze3sGeGrqxpYtrdiytY2hoW70Ix8jGuagqm4aKmsnYtiwCRhWOYH3cFNR17QYFWPPQfGI03l6ORlTJy7C/Bm1OG1uAnOafNQUdfIkshc1uYcwvyEDM0dno7qiGIvOuAJnnnUDhjechaqGM1A7ZiFqRkxG7XDSHTEdI8bMQ93Yk3CoJ4pNO1uxiw5RIieNTkkMYOAb8ADqrhRDjDDud65Rjgzgih0EZt/jNbMQLRFPY6htGWqGlQMDffBhiJKWPP6klHzEcLinC6vXv4F7H3sYP733Xjy/9jU88eKLuOue+/Dok8/wTrgd0fR0MJQCeD5gDsa9k+ztRYpGI+CaDGgQPG68gCehJPtRqjUnx9JzDiDf0ajP3gOywXb9ffA8D+nRKA07YFyfVL5w4s33wjqfhkvz5xx4EpM5SLEeUATGOMeipzoZInCuY34E8Qj7oJEhY1Cf4Bgj5NlIPyDPKdbJQA6Ib/IkA6YypQG/e7t72A4cooNPWoKAPDm2Hz18BC65YCmi5I8DgZmRb5zwkNUTvk/4cDB+E1zIGoJEFsZ+6jKMvuhS9GTmYS8XwQCPh51UztbdGRKPBA5+0jHvsbWDx859Ltnkrs1oe/5xHHj8HjQ/+gscfPxXaH3kbhy5759Q3bwaP/jsQozufQst9/099t/3j9j38F3Y9+jdOPzb+9D+3ONwbJ8f9RFLS8DxXmaAAuzt6sbIqmHoO3QIhzdth3e4C45qxbwo+i0T0cbJmPKl65A7fhICF2Mdx2ISm+OADMY8/uATsEa4TGAIeMqJs/+Pn38a7rz1cyjgySY7Kw3fuvNaTKUX9+mLz8LcOVNQVJiDSU3VuPnaz2PCmAaU0ZMfM2o4fvj9L2Pu7PE86WRh1MgRuOXGL2D0iEqQNBAuc4+LwcOnLzwdt1/3WeRlxjByRCm+eMVSHo0DTJ4wEp//zPmoriym1zgGOQmHJQvnY1RtJS69+Bxk81Shv4904XmLEfcCfPaS81GQnYaCnAxc9slzkEn8udObQtz8vDjpfoInPYfJjXW47oufRnFBFseUi6KiUgQBt64BaRGHSy84i0YpkyekNFx60XlIpwd06vxpWHDSVICLM+A8BFyokyY2Yurk8ejoaEdFWS6+cOk5yMuJ4POXfyKkHaNWy2Yo9YzTTgqN4Ni6Klz9uU8gwk2Yx/BlZkYc556p8ZSD3eKTlEMxTwZLTp6GxQvmkO4RZGVmUqZ1uOYLl3BRG7KycxBPz6T8PM06761mY1RNBUYNL4Pk0M8w8cUXnIFyhi09OiFfvOJC5PL0cuG5p6K8MJOK/gguWnomsrJiCKgQjJNhPB1x/0Btz11yMpYsmov+vl44bh6ySrldhPy8NJ58DqMoNxsLT5qAxadMx4H9LUjE48iM+7j8ko/D54bP5Zxc/qmPo4eOzMKTZnJ+U1QmPTj7zFNhyT5ccNZC1FUPo9NxEKfOm4nJ4+pRkJOJ889eBJ/nw8988jw4erQH9h/E0nMXobIkmwrIw7QpjRheVcJ7wl/xzqAbFSUF+BjbROk9Uxh/4hscbedRCg5mAfsO0H1kP/Uo5euyoL+756flIZ5dirqGiZiz8BxccsX1GDdxHvEzKaM0eM6H8zxCFPBZFilBNFGP9Kwx8DKqEMmpQtP0czFr5pmY3jAScxuLcMqkckxtLMOouhFYfPqlOPO8q1Fc1YR4Tg1i+aPgsqqBeC7Mi8FF0uFE18uGFy/BwsWfxJkfuxyTpy9AYXE1HY84MBDjeoiADKH3yD6AMgy4po0Kkx8ADIAj6B0at/LvADOYGYaVluCrt95CQzoTA0c6EdAYOM6PcY4HGPFxJGWkF6Gj3s77nudeWYntdAJjXJvOjyBFPC4vIAXOfy9AJZ9ie48L3XFReb4PdsRTfV+YJrmf9O174Dp34JYL0xTvO41tqVwR4Vx7zhj664EjA2STob0UT7L9GOApKyxjuVKNPZlMkWRAOh4ckR2ZSab6EZCeJ1qcMxMvzuCzYx1EHPEC8pKkkQy4z8k4DIBPXM/5MDN4NFaxaBr0BBykIy3xzyqxiYC8eNQTixcsxNduu4V6JF2onIl3l7sLa/H7v+o4BP4ELgDtDBy9Dotlo2zeQky59hrk8rTUx2P8vk3bEFF8zCceOdFFXYqMeUX5aLr0U6hfeBq8tDjSnCGdA4tSULFIDDmJLHAOgeZt2Pbg3TCm2elpKCquQhYXXpw8+zxxRf10+LnFGH/JJZhwyafgqEBczGGg/Qha1mxE1+4DSNET8sxDH2l35+ej6rwLMO6Kq5FeVQN5GYGRGMeixKPSYRaGFCRk/rzLKwy2IZYqjQ2jsQgKCvNQXJiN7EQafI41jwokNy+T4a8YKstLkJeXBaNMMjIyMXxYJbLpYeUzZFRSlIOSojxkZ2UgNycb8bhHyikCqZv6MqSRfkVZPsqL85GTkUAeccspw4x4HAV5OSwvQEY8jvzsTOTnZlLBeYhxMZeVFbFf0i8uYB8FnAtDMUNf+gubES6yosJcFBcWsO8EysqK2c7nOPJRmJeHWDTCttmorS5BUX4u20YQcKZhDpJNWhQoKsxHPusyGKqMuBSGUcGXUQlGnEdMxzEYYjQ4xQW5KC0tx7CKSi58B3A+sjLTGQ4sQU5uDsccY74cpUVFiHpACWnUDa9CcV4u0shHbWUpSslrIh4NFW5BXgJx31BZUY5+Hh8gAAAQAElEQVSKihKkp8URIV/lbFdPwyN+SYb9p+Az9JOdiKGuphL5nI/amnIUFmZjeG0F5DxkZqSjbkQ1CrOzqNR90q8iH8UYVVuFqrISeFzj3J3QmEHllZOTgdF1lRhJpyErK519INxgeZzv+hFVqKEhSYvGEI0EqKFxGFFdjSzOeWlRLsaMrEYOxz2stADjG4ajtCQfY0bVorykEDnZGWgYWYtSzo/aVpQWU57FKOOpzeMaq+BcNo2hAmcEIjM9hurqMpRz/AWUUdyPYPTI4agszkaWl8IMOgFvrNuENStXoq6ynAziT3y0zo9vajAjUGl29nSgh85drytD6Yi5mHLK5Vh49g04afEXMXnWUgyrnYr0zKLBNSMS5iFg28D4wZ+AioPDYhnLuVrMYvD9fFRUTsPsBZ/EkrOuxFlnfQ7nnncVTj3jAlRUjaJMMzifgBEfgQ+jDvDIosfvlHQQ+ASAWQZyC8bzpHQ2xk67jEbsXJgbh1SqiJVF5D4PHYwiDPDuGWICbAQ9Yk7pe4OwjahUWShhNOZG6rw7bluOpnGNiFNx+eTHOEbqdS4ZgyWNCjgJlwKMkEyRggFJOkNJOiAYRCTfAJtiIOhDf7IXA0kaBobyzAIENJ5KHQl4loQcm3jUuCyF0w/HsjgNme+BdAIYO+vv76Ex6w3bcvDEIT4NCVFgNDhJGoUUjRmbIWA/oIEwyiKgzkySp4CS4lYmwQDdfT0kkQwNnpGM5xzbcDAUgr7BMiiv9hxfwL2S5AmPjeFIJADgeQ7Gugye3saNHEXn/FpcdcVnkZOVzXEQQ+Mk3ru97t0KB8uMiQDkwbgMhGowH4DnI61iBO+VrsK4yz8PVNVx0Wahj4xECEZhGi1ykt7Cvi0b0b53B4+VSQ4hxcEOkF6K68yQS2WQUVKEXMLoxkbkMT4ezUhQPP1I8gLVaJmNiqZfQuvuwN4VL2LzKyuAPoMMlfFoa8SG72EgEkdrLBsZM07GjOtvQvWSxXCZGTAOnj8w/gdzMAIMCIGjOprBuz/Eh0OI64xJuAQBlbEt1yJgxpzPcXHSWO7M4yJyIDrM47SzeQAHgw/j5Jp5gBkABydeOLkBgQUs8mDagHAIiBsITynLwnp+m6c6n7I0FpGukjDnsZVBJAfpG8C+AjJiLAxgrAd/BY7ckCvSNjM4giHKOrYBEMosUMq+EGHGI46DIz5Ik5MHwAMLCMyasQ1gTnyBT8BvBy1Kzxz4AQNg/DFPP4BzHiwAwsXtDOwABuIGBhDRSN8zHzDisV4iMpaB1U58KM+PACmA7VKBg5kDTC9/SNuxD491Rpo2lLIKZkgFAfsnAHCs5y9CpwUGY58B+B9J+xCukU8PPvkAvxF4SHHDQzQlN+KDj5GvgLQMDhB/zGtuw16C4Fg/xjxYB4sgIKZeSZoYzBoC0lZ1wL4Cjks0mIVCLJMnNKKoqBANDfVYMHcapk4ai/knz4UfEacInxA/zH3QHyOigMmxV98esnLHISN3AfKrlyC34nSkZ0+ERStgHpW+y6RcImTNh6MMzNQG/AYkAX2aGQsczAwhDuVixAU4YktHWmYZsvIqkZYogiEBlZtjYj5/fJgZzBGOtmEWLARg7NsDuJLhYnB+HmKZNOS5E+HFpsC5KYilz+B1QhMcDZelHPEJELDZsZd0juVPzIR9sR8zByPEIxHMnz0T37nzDvz4+9/DLVdfhfMWnYaFs2dg7tTJmD9rOk6eNQ1zp03CTIZfZxNmNI7GvPHjsWDaFJw8fSpOmjIRJxN33sQJDFlOwKzxjZg5fgzmMLowd+J4zGf49eSpTZjDtnMmjcf08Q2Y3jQWM8Y1hDC9cRSmN47ETMHYeswm/eljR2IG80qnMZ3SUItJo4dj8phaNNXXYAKhqb4SY4ZXhNA4Yhgaagbz42qqMJ53kaOHlWIMnaymEcPRMLwao6qrUFtajNqKMoxkvr66EvVVlRhdU4164tVVlqFWf7GWjlAt81V0dEsLcjCqchimjR+PT55/Pv7yG9/AD7/7bSyYMwsRnzJ04Fw6GOdAv9Bj+nkb3NvZD5bTXkqJZBDlvowhc+JkzLh5OSZcfT0S46ajPZ6FTucg6x5pO4iWZ55F15r1iHUBHpXbgOdgnFyPOy7Cjdd1oBlBJ2PRb6xFkpfRya7DXGL9AC/4wBbqy2enEV6OH3h5JTpffQ0Kd/ik08/QcJcXQ1d+KfLnL8Gs2+5A46WXIVI8jJs6Ai3CgAtbYGYfbIB/AEub3MywceNG7ORdx09+8hOsZ/z/6aefDv+9MdWrqdlgP8d/O65ss8Fy4QjM3v42MwhfoLpdu3bhscceg5mFio9JWK86gb7N3m7/yiuv4LXXKBeVBQjbKWtmR/OGI0eO4O6778aTTz6JAcZ/9+3bhwcffJB3Lj0n0G5vb8ezzz4b9gs+JHGsfog/7mzSZeVx7+7du7Fly5bjSkAcgx6zwXG8+uqreOihh7B169awjw7eN6l+iK5SMwvbaTxvvPFGmD++3MxCfsxMTUPYtm0b5KUJTwVmhl7G59966y2sWbMGGtNQudlgO+e0Dg179uzBipUr0NzcjB7Gv5955hmsXr0a+tNKBw8exEqePiQv/Qm2l156KeRd864y9bdhw3qIz7Vr12L79u3q5hh00TtvaWk5xq+ZheM5hsCMmfEXYbmZMeTUFfYh2jJ6mzdvhqCzsxN69vO+6+WXX0ZL8yBd0Vf/Gsfx41R74f/pQL5cGjKzqpFI1MFQxGmPAZQbX5jZMfhj+2DTo23BVPA2LTPDB3nMjKwMziGOPmYGoxOCIE5e85gvZTSiGs6Lsp8TcY82+eMSG1x79H9RTid6wbw5DEl/Gst5crr9xutw67XLsPyaq3Hrdctwx0034LbrrsWdN9/I/I24ZdmXsHzZ1fjy9dfi5muuIs41uOPGayG8ryy/MSy/46brmC7DraR3G2E58dTu1qPtbr/hOuJfh9tvuBa3XX8NYRluv+lafOXm6/GV5Tfgq7fcgK8tv45wPeFa3HnDl/Dt22/Cd+9cTrid+VvxnTtuY3pbmH7vK3fge1+9nfnl+Is7b8W3b7sJ3/7yzfju7cvx3Ttuwd98+xv4629+jfBV/PBbX2f6dfy3r92Jv/4Gy771Tfztd75DnG/hh9/+Jn70vb/AT/7qB/jhX3yX1xi3M2x9MUbXj4BJHwk+oKTdB8Q7Di3g5PK042gNwAWQ8uClZSN34kRM+vwyTFx2I0pOXQLUDEdvRjrM97kgHCxG4AWgR08OjuuFcdjNa15H6uARHNmxF/0trTjMi/eevW1o23mQpsgDfBMqfACeEwTg2kI3P7qz8xBpmozhF12CWTctR935S5Eor2J/MQTaMS4AeJzlEqJQmCeND/OaWai0pBzKysp4p9GBgoICzJgxA1JGzz33XKjE29racJh3BlIISg/xfkvKUYpEdQcOHIAUlQyClJpAiqS7uztUXMKPMRwgHPFrZtixYwfefPPNkL6UeBv7kMJUvaC4uBitra1QW5UP9S0jpHp9Z2Zmhko6j2E6n3OSk5OD4cOHh32KT9Hs40V8PB6n990QGjDx1NPTA5UrL3qiJeWoNkpVLsjOzkZJSQk2bNgQKnnVa2zCkbFwnJOMjIxQVsKrq6sTayFPks/evXshQ5ySk0JFLh7Fk5DMOIt0SkRHchGO+hziRanwREd1+la/knU6L5NlVMwGaaheY5KcRE8GaOzYsQxb5iHOsUuxa5wResOJRAJZWVmQ0v/5z38O8VxVVRXKQ3Rk0GUMR44cidLSUsiAiY8hkPMix0V9iSeB+la/Q/2obAjfzMK1I7pq8/rrr0Ny0Vw9//zzIZramRm0RrQmtK5Ub2b4zW9+A8lFiGam5ENBiq3DnSNSFvA0F2jHs/TP9Q3IGMEx4f438cxPiOuPQB7gY2akxgzpau7UlWcOvnnwucY9Fnge4DkjAG4oZZkdB7KbzjM46jjvKBhxwzLy7kgn/GadMe/YVniOJw0XtnPwmA8h4kF61XkefK5b7R2f4d0I93kkEkUI0QgiUS+EaNSHIBbzw+8IvyOxCPM+ovEIIiyP8TvOEHkaQ8exWBQxpmlpUcSZCtLjUQgSaTFkpMWhcH5mehrL4vDEcIoCEnDfgjIDDB/kcR8EaQjHTES1sWlQmE0yNKcwB6MKVPosJ+NZo8dg1IWfxtRbv4nxy25F6WlnoY+Krz2Rji7Px4ATsDEZjfGI43sOEQrOJ23KF84bpD3AUFwft0C/OfS4CNqj6TiSV4g0GqH6C6/E9Ju/golXX4uK+acgUlCIpGdIeQFSNEJJS0JApkBqNGrsj7kP+0rBSEGJjuOKMTNEuABmzpyJTZs24Xe/+x3klT/wwAOhZ65UiuTFF18MTyM6RejkI0Xy1FNPhbhSIjI4v/71r0Nl/eijj4ZKSYrLzGBmUDudymQM5aVLCf3qV78KvXgzC42KlK9OHvfeey9WrFgRgvqSoRK/Al9yJihvZkpCY/fTn/40NGj3339/2Nd9992HIb6lANetWwcpbp02BL/85S8hPpRXX1KaOlWIPxlnGdsf/ehHkCKXUtXGFah/KcyHH34YHjePGNBpTLJTH1LuwtcJQONRvdpJ+QukpO+5557QMOu0J0Ouk40Msk6JMobCUzsZXs2V+Knm/Y7oqFy0JSfJRm1lfMRTLBaD5lQGTIbIzCB+c3NzIZ7Uh/KiMXr06HBeJKOmpqawXT7vLSdMmBDOhfqSQYwyhi56OjmqTOtA60On6ieeeCI8aYtf1Q2B8NXOzELDp/UlWWkNyODKOdDaEN+PPPJI2Lfoa6yiobUkHj8K4MqC6T9LwQQwbieC0o+ig4+cBnmTMjpG12Dmw6gB8FE+nBtzom0A82ACPgH1VZIfIbA8SUgRlLKK6ig4AbhY4KgHlYoESbI1YGYEwJlD+J95MBA4NkcwfjmB8AIwB+IRbDDPJCw7sU/Wqa2A2EaA8gLmjS2M/Zm+CWAEywJwvoGwLszbse+AuEOQIh9DAK4TSP/ynmqAVy44Nih8oMd9IKzjkIzsuZRPQXq8F/LC1HhKCiQwMhaA90NkNhVLR8aocag97xOYfsvXMesbP6CR+jbqP3MVik8/D5kz5yFtwhSgZhT6yqoxUF6DgbLhSFXWIzJyLNImzkTW/MWo/sRlmHTDlzH769/DvK/+JRqv/BKKT5oHr7AYKS62FPsy+HDhn+xzIT8+BeqH/9M0DwEcAjtuAH9iVptdnqiUokjI+1eZFIqUshSSFHJDQwPOZ/xU3r3KFi5ciGnTpoWnqWHDhqGwsDDMy6OWUpEyloI755xzwhPCpEmTIOWXlpYWKl7wkYISLSn98vJyXvBXhGEdnRZYHYar9PdP5OnLCLzwwgtQX4sXL4boCEcgXuWdKy/eRVdj0olPnr/qM3iKkSI+6aSTQoUpJS2jptPD5MmTIV7Fy6hRoyBedSqTMVD/UupqX1FRgYsvvhg6mVRXtZ2YYQAAByNJREFUM2RC463+RF99Llq0KDx5yBBIwSo8Jz7Fh2Q5YsQI6BQlZax2AjOjdxYPxyP+pLg1fp3E1FbjktHUvGh8MuCS8dy5c7Fq1SqYWSgnhds0BslYilypDI14U7uhvoby4k8GSuNUmeb1xz/+cXgKjPNEJaMoGQlkhMws7Ev4MopnnnkmNB+SoeQhuc2ZMyc8kVVWVkLGxoyqX4qJHah/AbOYyKiD5kXrSrKRvFQmfkTLzMJTrmjI8JrZsTWj9h8OApAaSaQIHsER/hO8oRYVn+JXfDMflgXMfDSvKA3BMYoGmBl14ruDSU+ZByPgeKDeBCGgngL11hAMfgPqB3qMP8fAwvKwzgbzKgi/lbEAOihAxuAohDqQ7d+ZgmUIUuxoEIxtQVA6hCuc4/P6JorQQnCsHAKA+pZ3rFqT2qfkGuJLoPz7gWbt/XBOrDfyHrYKIKZpAaA/hUe5EM9Y5sgk65BiPgX+wEWiiGbnIl5TjbwZs1Fz7vlouPwKNF69DBNvWI5pN9+BqTfdhqk334ZpTCdftxwTvrgMjZ+6DOWnLka8YSyipWXwMzIR+FHSTIJcwJz6coDx5clI/DDLTwqFGU4LQrxQJMx+yFfKxOcJQ967FK1OAvJ4a2trceqpp+K0006DvGB54ON5sSflqNOQlJiUqxRKlF6zyjVhgvnz54cnK4Wrpk6dGp5YlJeClScsRSkjplDdvHnzIKUnZStDpzCclJcUslIZt5NPPhkf+9jHQoMlhaty8FEqI6N7DnnROh1I6asP8STlTrQw7CeFp3FqDFL8MkQynlLm4kNGWYpaZTKC9fX14V2UlLNCd6Ivgyj+ZLykrM0sDHOqTCcqnTpkiBQ2lAGSUZAxVV+ql0IX6BQmXPEmUJhU4xQPUtQKlymvchlIM4OZhYpZ86Qw2tDJRWPSHGp+xGtNTU0oT508xKNk3dTUFDoGko/4Eb+iK0dAdzVqV00jq+/LLrssvLtTudaBZCkakpFOazJIMiSaf82ZjItO2aKhOdPp8/HHHw/Dsepf41Nb0dBa0YlR/GudTJ8+HbqDk2ETzqxZsyBjKxqaC82B5lhyVypaHw6Mzb0QtJsF3NgIAX/GD5UjqHtO5DA48fNDfkkyQ/B7pIYq3pkKUWwQjCCVFKYs53KF0MMfZQh8oe8Qh/hD6VA7fQuGvsEnbMNU72CeDYVAMMLb5RBpDD0WGksHYwpY+N9gimOPHcsdzajg3YDVTkZQVDQwsiA+hcqq933d+2K8G4KoC9gpjgGOe4ylgwAxZUNVzOibJ5qUiyKIJWD6s/q8f3A5uXA5OTAZHcbugwgNj/PZkCyyGeRBhlmD0aMwUwowAWDhG/4wG34y5cvs4C8+5GNmjLtGw1OBFM3SpUsxZswYSMHNnj0bUtxSVAsWLICUpBTs6aefDim4kpKS0FjJG5dR0F2E7p7k7Uqhy7hIKcvwnHLKKeEdznnnnRfSNDNIkYmuTiFS2FI+UrJDSkwnAdHV6Uz0dEKRgRR/UnwaupmFpyZ57FKmoinDo/SMM86ATjZLly4NeVffMqAySOpTSnnJkiUYN24cxOO5554LGWEZGyl18aK6KVOmQIpSPOhOrbGxEVKm6l9KsqmpCddccw2qqdCV11glK41JpxadJEVHBkBlqheeyoZoaJw6WVx00UUhD+JbJzPRkUEX3+pL45Kxk6wlW7WXopdi1/hluGUsPv7xj0OGSm0kT9GWY6ExS66ir7mVjDRmlZ199tlhqFbKX7JQqnaSh2hI5uJTY1d+2bJl4VoRDfGVk5MDORfKi2/xIf4EWitXXnklNDfiXyAZiB+tAfEi2poHyUn4knmUjs58OjfiV3Q+Snh7B72d+yjpf6S0xCLcO0jqO6x4R/m/86dYeDd4LzbeDf8Plb0XHWrC96z+iCupbgYpDvE6+PW+v5qp90V6J4L6wHEDHPzG248KQo7CDMsHU2MbRzAzKD5qxhKByoaA38JxTHH0MVpuMwu/wt+j+bDg2I87lns7E2K//fkhc1JoUgja/O9HyuyP79vs99uY/X7ZUN9mBrNBGCp7Z2r2+/VSwMIzMyUhmA3mzU5MVWk2WCZlq+/jQWVmFvIhpa46yUcGVwpa35LbEJ6+1b++lTcbbKu8ys0MqhNIoZsN1uvbzKBHBkjp8Ypc9cJXamYhP6KnMuGaWUgXfNTezMJv1QvPzOjzBGE7GTUZBKVmg7TARyE6GRhmQzwzCw2u7m+GaJpZaODUVnSVqg/JxMxCw6/yoTIZMxkoyc7MQkOnNgKNRetNqcDMQkM1lDcb/BY9nUx1SjR7m1/81/P/oQSMY343YPF/gvfdtPi/C9vagO8HYsRMwlXuPxbEqxTBfywXf/69S05mFip7s8G5MxtM8Wf+mL03n2bvXf/HDs9skJ5k9se2fSf+R0HjnTT/n/v+rwH92Uvg/wIAAP//Wkg2+QAAAAZJREFUAwA/xvjlhw0UK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data:image/png;base64,iVBORw0KGgoAAAANSUhEUgAAAaQAAABDCAYAAADTenG7AAAQAElEQVR4Aez9B4BmRZX3j3+q7n2ep3Oe6enJOecMQ44iKCCYA+qq666rq66ra1gVQTEvYs4JRREQVBCUHCfnnHqmp7unezrnfsK99f/W0zOILgZ8Xff9vX9u37qVTp0659Spcyp0z1j3/PO8BJ6XwPMSeF4Cz0vg/wIJWJ5/npfA8xJ4XgLPS+B5CfxfIIHnHdL/BYPwPAn/QxJ4Hu3zEnheAv+fksDzDun/U8P1PLHPS+B5CfytJRBFEXEc/63RPo/vr5DA8w7prxDa802el8DzEvh/RwLGmDwzukLJx/8f+fw/SebfxSE9c6Cfmf5zEvWwp8Kfg/171nuaTvUXu79sZeXb+HCq3d8i9vhOheeC71SbZ4/hVPkpnD5/Kv3nYg/rw5+D+0vrPa4/Fp4NxzNhn63+713m6fF9nopPpX3eh2fmffr58PeXgLUWH4wZcUx/fwqe7/GUBP5Kh+ROtZf1Gkn6khinn5NFvkDBKeAH2sfKGEE4vBGPBJiDWBUqlxUkytcpL5Qewrcz+BYqEIyT8T9V6wSr0pOvLz3V+0iRLxmBGUmNlD6Xr28n+FOR+kcU+uDZEeH5SutOiTBPscp8fLKRcpyk07cxxng280VO+Dx9p8IzQJV0eQkpIdiT+PIo9XGS2Smckk0+aQSmFi6fybf6b5/Y064+vbyNUQO1NcagF1GFcWlMdoBcXzsDXScgUl8nsRhjTqb+TOTxG42rB/dp0TTS4iQP+YzH60M+o4/gRbfLw56CU71ez5WIw3c/EpzS5mRwajsS/FeZ/GuUMcLn4X17p3Qedb72f+fj8rKQdvs4T98pHkSPdNrkMpAeAn9spHqVeqp99Hx4XgL/fyWBU9b0uTF9ctLgp423AJpoRsE6TTTV+SK8FXDe2PggZ6FCp5BTG4HIMMtURDJA8TAu0mTMDmEzg5iMT2cwcQ6jyeqEx6idx+fb5yd3bBACvWqvflG/YPSTx6w65ZT0hkkRTjX8FY9TG49avQiHY6Czi4ObNnL0yQc59uivaX70bhof+yXHH7+P1kfvpeWRe2hReetjPv8bmh/5JU0qP/rYQxxb/xQnDuyFKC1cHiN5qvKsqaNYfMSqaz96kKbN62jd+CQn1j1G6/qHFT9O2/rHaN/wKG0bn6Jlw1M0bd1Ib2uTcHlD51k2/iOZCBn//ck7TlXFstRO4zLUdoyDD9/N7p9/lx3fvYktN32SjZ/8CGuv/wAbfvhNkalx+O9o/oIS0RErqI+++v307N5Krw97NtPjw96tdO/ZRte+bXTu3UbX/l2K99F9YD9dB/bQqXzP/m307ttBz+6d9O3dQ88Bwai+Q/Lr2L+broN7BLubbqV9Xe+BHfQf2k3foT30Hd6L77f30D566w8RZTPSIIlG8v0LiP8fARkZYytaBjlxeCetWx+h5eG7OHDHD9j+rS+y8Yuf5Ykffofs0ID6dxpTl9cNZZ5/n5fA/19J4K9zSCeny8jU0dfPOG/oTIxTyFf7nYMRejkVo9W5keOht4PssX10bH6U+rvvYLsM31Nf+y8e/9KnWPtf17PRG8Uvf45NX79RdV9n31230LLuYTJH9sNAFzbvpNSf0xh5TyH8Lt8vOHXqVCwKiPM0/M7o+3JVPedXZlVYR5pZZQqLiqkbN5HymjEMt/Wy785f0nDLD2j56Xc4dPO32f+Db3LoW9/g8He+xeHvf4O9P1DZvXeT6WqjqLyI4qoy4sARCZdTwH9kvI3vRTJ01uXhCsuK6Wk4zPaffJMd376RPd/8Inu//UV2fe+rbLvjNlqO1hMkLImipHh1Ckg2Bv8YMxL79O8FI3moD1+mFqSKi6gZP55ABrt9ywayu3aSO3qUoq4uigfSmFhjx3N7nOcDq6/TgAyx445b2HzT59jyxc+w60ufY/NXPs8TX/kC67/7HbaLjwOPPUDDlnUclwNqP7afzqZDtGx+mPVf+RSbP/MRtn76Y2z5zIeV/xydu7fQeXR/3qA37NjMoY3r2PPIfWy640c8/tXP8uSnP8TmT32YnZ/9OFs/eR0bPvlx1n/vW7h0P2KG/63HGDMyzF4q2SyDrQ00rXuU/T/7MZ2/voPc+oeI9mwiamkQmTGxh0fywy/k/reofr7f5yXwvyMB+9d06+2oluIY73R8kBFCc8jEMoaKZY3ApMl0NHF80xPs+PG3Wff5T/D4xz7IkzIWDbfezNHbf0THo78lvWUHuV17SO/aobCdjFbPg5ueovvB+zl25+3s/eY3eOqGj/PItf/J+k9fzx4Z/5ZND5Frb8Rk06LBKcjYakXunFFa58GiyfmAHoeMteK/9vXtFYQFU5CkaMxoKmbMY9oVV3Pau95NavpMcllHoQx4gQsotCGp/NGLJRg7hdPf8W6mX3YFVTMXUlRdhyFFINqscDo5CCcHJaIlQauQpLC8jspp85j1oitY9OKXCLqQEhkpaxOMWrKaM9/+HhZd8XLGzF1MYWkNAaHwGWIrGZg/zqTDqtLo6zAmICiuonzqQmZe/lqmX3AxaZfFaPw8nPO4RKBzPKdHZAreoGGAOEvhcC+VZCiKI2zVOKZd/GLOfu+HOO+DH+Wsf30/q675Fxa99A3MfdFLmXbeZUw95xImL1lFoUlR6kLKTUypcZQUlDBlzflMP//FzLn4SsnlFSx/2es57fVv49x3vJ8LPvhxlr/t3xl15tnkChMk4gzF6tcOZTAZsNINY4xo+1961bfWTiQKy5h4+oUsvuZtksXlRDaF1liQC7AKSC+MQ2MEiv6XiP2f79afcvxh+HO9evg/B/PH6//vq/H8+OApOxX79P9U8H38sXCqz2fWnyr7a+NTuJ5re/tcG/iJEhH/bsZoBjnlnQwaZEl3tdLy5P1s/+YXePJTH2HvV26i9957iffspiQ3TIGcSPZ4B0U5Q1KLwCnzFjFqznwmLFtJYd1Y6qZPp6CgCBMmmLRgPhUVZZQVhyQ6Woj37eL4w/ey65tf5cnPfYJN37yJlrUPk+44IWOaExWR/KRoE15ihxFz7q+e2kb4Rtj0BtYJF95U+IQMHHI8ifFTmHvVy0mXVMi4QML3JQsTyRimtTOctupsEqMngUlghMQHK6qMh8Pjdkr5oIxeI6tlMD4FYQHlC5YQlFWQsYbiBQuY++o3kKgbjwsCtRuBM4I3Iy2UUuKPvB4GGUYwosWqc8UeSyJB9fz5ZIuK5NocNork4Hw9ejyziv7i1wm7G4GWHLK5LL02STB7Pgve8k9MvOTFFElmQXkVRv3FyQRejsZYSdZi9I0j7xiHNY5ZIuOIJEcn/n2dwT+SXqBUYHFhCgrKSFWNp2rBaua+6o0sfss/Y6eOJwrSOB0Bx9IDhNe3/N8KRh2LFclcPLoErrCcmmXLiQoLwVotKgxG8jImJxkI2Ik3lSr1/+RrjPl/kq/nwpQxBmPM0028AX868zdI/K3x/TGS/tb92D/W0R8t17I5QIKUkdCCmliX7DYeJO5ppP6XP+EB7YK2fu0muh9/lIIOOR7BJmXqMhlHctRoTEUlFRPHkaouldHJMBxElI6vo1e7CltaQZFgUuXlWummKBxVTetAP1NWLccmCnGpIpauPpvihDB2tJPevJ693/sGj3/qWp3H/wjaGmR6ZMyCHJrTMgDiQqTmdw9KPtdXTRH5+MebWZN3KpbIBvg0JCicOI3a1avp164iitPqPxa4Uxxhcjnyx4zaITjrDWxORjaHGiuAFZE+GHXi3ZLTjsAHTIR/jAxuXCADNnYCc656lQxZmZoaEFxsPK6Y2IgyXyRcquDZH8GgfhnB62HECjmrXi3YpAx7DLEWFFmT07h4eB885F8e8i30MZ6fTJbBdISRA1r6hn+mSLvF2BTgZGhNHqWTjASs1/fsVOMpdJ5Gyc1IueJIuchitPMUsFrFOOGOfUYMnGQdAZAzMZFJUTxjKQtf848kauW4pauxHKxTn/wvPs737Y2PBZFNRA5bJMdaABmXxtkIk7KKHfnxFLxA9f1/9zXGYMzvwp/j1Bjz50D+r6x30sE/DJ7QU2U+/X8STuE5FXtcPm3M7+R1Km+M+T2ZGzOS9/W+nTEjeWOMz/5FwRjpsXj8Q2BjTL6vPyz/c/nnoPeOkYmlSaUpFWvlaWVocy1N7P3JLTz00eto+sUvqOjqpkiGgZJKxsxfRKJGq+FRFdoBLSEtQ143eTrJmlrKJ04Ek8QOD9N66CAp4SuwIU1NzRRWllNRO5p03yCjtZoeGhwmysV5XF3aiRVVlMiIimGfzg5T1HmC5t/ex2PX3cCeH95MRjQZ0UYsWkW0N2P83qPC38s/e8YITHYOH7ygYiN8Fpm3iFiFNj8QKaaeeyEFYyYRa+eSiwUZyWEKuGH7NuJMmhEHllC7QE4oAA/jLZPw4YPvR3kjQ5sPcYhRPtfZymAuzZRzLyA1qi7vKDT82DggiBMEckJWCNQcgfMnH63MEQXOSCjGCb9ywpOVUzVhIaGckkrVh+6lxAdhTuiMwl/+GhGRx6FmbiiH38HMvuBCKKsmtqoxCn7Hk0fpgWSEfeT5lrxC8YNCbBJEgSHQYsUZR+zlrBgPpyAJ4vTjceaMxgII5bisZEFgKRg/nakXX86AkaizQ6oVLepXif/x1/1eDyM5keEpy9dIDCQ1vtYWUpgqxC9IXMZgs6FgkhoXQZvYzzCe/RnB+ex1/9ulp2jz8alwiiafH0l7A+hzvwtOeudzI/W/+/oyH35XMpI6Wfb70UjV3+Gbp9/r5F/QlzEGY34/+GbGjJT9Ydrnn0swZgSPMSOxb2uM8dHTwZjfzz9dcTJhzJ+uPwn2RyNjnqW9Hxsf/mirZ6+wz158sjSP0H+8wviyWBMlUkJhoItj9/+StTd9kuO/+RVF2g0FWtHGcjpBWQnlY8eQDg2ZwhSldaNwmX4d1w3R1XCI9v17adm5lwJnObF7O/GB/ZzYsZWevbtJHzhIx/79pBsaadu2nVxPJw1PrcdpklZXVXLs4CHtnGqpnDyNsGYUQUkpiWSSAu2wyrL9tD32W9Z/4TMcue9uooE+TXAwcgDegUrrifXjOcJ//pxSGeBUAJlCffQ6NQ5Eu69zGoygfAxjFi8ha1WTCHDWYkXvQOMh+psasaAWvkMZeR8p70tGgjLPKIt0HOizLs5wXEeUpWOnMmrhCpwRbuF06jTWbiyPVE39qxpF7ungU8qcRO9zCiZfotaeGu/WfJnT3lU0hQLVuIlsTBCTCEPBhWogGH3/4ld9jGCOibIRhZOnUj13HhK58Kkyj8gonU/gE4aTjxJ5HnV05SI5EPlNtEAJtRM3cjLISSGmvbx9C2OMckb0B/nYD4czcnBC6uPyWQsIa8fkj/wMeiQ/fU++ni91kHdSDp879T0JkI98eT7xjM+zlfE0hmfU5pP+o6A3D+IJeTp4SUVIW9C6QMFT4AF9Z0Zc2FNofYFU19f9LjwTOo/7VFUe+n/44/vKd6GEn0OKPLHONn2AuwAAEABJREFUD/SpINm6fHCiPVbwcR4Q/FjoNCE71MNgTyt9nY2kh7pwsRYPWmSiOaCM2Ip+F07243yd+nCa7+iJfR+CEnZ9VZB/NbaCySf/hh8nGmItnI1wDg4Nc+RYI1t37ebBx5/gvgcf4rcPPcr9jzzGg48+zkOPPcHDjz+ZD/er/OHHnuQR5X3w6YdV/9iT63jsqXU8+sRTqluLzz/y+FoefXw9jz6xTmVP5Msel/17Yt1GHhX8kxs24cNj6zbwuMqeWL+JpzZuYe2GzTy1XmHTVjZs3c7aTZvZsGkL65Vfv2kba1W3XukNm7ezUff2GzfvUKz0VsXbdrJJtnaT2m3asp3NW3eyZdtutm3fzVYfdioWnxsFs1V2e+uufWzdsZudKtu2Zxe79h1g9579bNO1zN6DB2k+3kKvTrZiycvLzElmfjy9jkh0+XE6qQk++3tBWv97+Wdk1ESK4zQ1PAajATY6/gi1Uxk8vJ8NX/8s+3/yPQpaW9GaGpcMKKiqYPTMaYybP5uC0hIYGKZQA+cdTOvevXQfbiDX0oHp6ycQkblUSBgGSocktIJ3scHJ8BjVJdVPoGMfOyTY7IDqMzTt2EGys5ee1ib1aaioHUs4fjyV8+YSVFfiV9UJBwXtLRy+4wds+M5XGGo8JvyRuPBK6mOj+WDysnHGl6nBM7j+b0mBqvHTxUYZg0WRaAUf+x1Qne4ETM0YQhMSyikhHhLaHR176gmdwGXBt1EwSvk2IgLfs6fA533aT6pAltXpSCfbfZyDGvA5515MUFyO3zVYF2BEs4YFP9Cxx6CGVsGXjWTzPSjpsakzp7xwKvWsr/FKE8V4mftALDAfhFOp5/7mCYmlkMPShXk6mpIeSFwekTFG9Buf/F14Rj95ikWP9TiciFCdh1YzsOZkGxWeTD0zMsbguwnUXswTlpcwbvZMsrkMUR6fEWsxkb74x6M5CWuUN5j8V58/+4oyweQRqCsnjCNpL0sfVEkenShySkitOfX4ccunRawx6lMh542saFTOQ6s6zsdOZUqgDjD5cRTEybE06jlf4XlQCw/nQXzy/yj8BY19Py4P56kQTT6dp8O7V1EVZyX3NBnN38HBfnq0qGxubWDHro08tfYBHn7gTh66/w4euO8nbHzyHnZsfJS9O56iq+OoTkLkmHJtZIabyAwcJzfcptCl8gFi/5u6LkPkFy2Sn6fBiHGrUTUSkvEFnhaVkQ/81c/T4yQMPp0PSvcODnDXfb/hvR/5KP/63vfy/o9+lE98/vPccOMX+MSNN/KJm77EJ774Za77wk1c+/kbuf7Gm/j4l77Ex77wBT6m9LX/9QU+/sUv4ePrVPbRz/8XH/vCF7lWdR/93I1qJ9ibvqj4y1x309f4yOe+wAc/9Tk+9OnPCe7LfPizN/Lhz9zExz73VT78acU3fo2Pfv4r/Odnv8yHPvNFrv/8l1X3RT78mS/wgU/9F//5GcF/9gt89L++pLZf4D8+8WmFz/DBT39eeD/P+z7+Kd57/Q287xOKP3GD2nyK993wSf79+usVPi5Y1V33Sd5/3af44PWf5IPXfZz//MT1fPAT1/Lv136Uf/vPj/HvH/0E7/7IR/i3j3yYd/zHf/Cmf30H7/ngh/ji177OgUNHSGcz0laDVxEvR4nxj74a1j9WZxAWTYScAAyRCcBEND58N0/eeAPDu/dQrplm5EjKxkzF1o3TingSJEOa5TU7tPNp104o3dZFcigm1LFENk7R7VL0FZaTGzuRxOyFlK25mOpLr2LiVVcx/uqXUHPpiyk+8wWEC1aQFkx/USV9cj9pTcRA/SXk4HLHWzku59S2aztFuWFyOpYpnzSBSUsXUlBWSCTHWSzyo80bWP/5T3Fi01qRnsHJmLv8UV6sNEQEuL9GcUXLyKR0+MfviBLjJlKzeDlDwhrpYh7BpERH+5YtDGiXpPmCL0MN9SprJFsFj8CcxONHTPRY0dm0YzMpOaKyaXMgCFCxXoOHNJKD8UhkzHzeqcYbXadao5WjOWnM1YFKYv7UYyQDhMsrijFeHmCs1EK7DZ7D49v/rtuYsjFjGb9oObFw+l2fMeZPYvPt8wACs+o/ELwTL5HGS6OlKqfwZ161Re2Q84qDJLPPPp/S0XU6FguI8vw4glNEanxileWxxhoaJZ6m4WQ3Ht3JZD4SSD62PqExcE4QSvuxyKd9rVGBHIzHladb/Rm/6kedqN4YtdHrtGDJ5SI8rVrDYEQzRnT4jw/CbXysNmg4xISGSRiN8KjO9xepIj/u+T7xw83f4/F65inN9yVec9EAPb2d1B/YyxOP3csdt/+Qm2/+Gjf/+Kv8/Oe38MijD3Bgz3ba21ro7OmjYzBiT1MPm+q7uOvJffzg3g3cfM9TfOVHv+Tmn9/N/Y89zu49O2lu3k/jke0c3PsEuzf9mu3r7mLz4z9j/SM/obl+A4N9zZDrV0iLnByx7JOTzpCXm2HkkbzwQeMyUvAnv7Ha+2DMqfZC7Rx+tf/42rX887vexY1f+yr76ut1nB6TkX57XSNZoBOSECO9QyEICzAKsRbYTvYrCIuwBcWQLGRYuhMHKXI2AUEBTnAkCtCEB92VW92VB4VayKmNSZYQFJZjkqWkddSbJQWCtzpi93B+MZwzFnRK5MOw5nO/jq+zwpuxKV2TJMkIPmuTZFF/CdGQKCQnuiLVRyZJJPpiW0BOuLMqz0ohoyBJJkgwLGkNS67DJkuUCEgLS8ZFDOVk6awjq777MoOkc06OxzEk+fXrdGT/0Qbu/PU9vOO9/85Hb/gUDbqKMcYgUeI/Rnif7RUnz1asMrV0PtLgOpFMXxf7br2ZHbfdQqpnSAYehlIhZdMnki1MUFUmgbW307ZvP7R1k0w7TZcE2t/QX1JOwYKlTLniKpb9279z+rUfZ/UHrmXZ29/DrFe8gqLFc0jXVBNVj6ZmySLmv/rlLPiXt3HaBz7K6v/8BEve9QHGXnalHNhs+gqTDMkJGkICObquQ8cYbDpBtruHhuPHKRpTR3L0GAlTOxUdbRV0tbLrB9+h/r5fwXAGXIDnKxZPkqe4E5PP9T0pTS88Iy4Dj1ADOm71GoZKCkATwEh+xsc93bRs2KiyrAZckXHqP1Zi5FVWeaWViIU39gMvmpt2H2TemvOwqQLRGMkexYLzbQ1OhMc2C3lD5/KGSEXIThF7ovBlkeoVhNq38gZSyWd9nUpzMpw5lyPKx77EYIxRzV/2GmOQbvqe1cCSKC0lKC0HTVhrDX/0OVlljMEIKMrmRHeMbxIGAaEmRaAY1asace+jPxpGeDXYOCRVVkPoJ7acTyiRGy9gCSkmJpLAjGJ1hj8CdcahKp5+3NOpfMJnBSFwIcIRC94HX2nyDT02i9MAxKJSINjICN7gfL1H4IFPBc+PrxZgcVGR+LVqpfb6EqMxVWUcqzZWVv3hH4MRD064fJ+h4kC8+bQ6wjfl7/AY9ZvLDmqXcy933nkH9z1wr46PHmOn5n5b1yBRUASpCoZdEQ3tQzy2eT/f++XjfOO2h/j6rQ/wvTse45cP7eSJbcc50DhMe3/IziN9PLjpGD+6ewuf/d79fOxrd/MfN97Bx79zH99X2QNbj7HjSA9N3TGD6YCmxib27dvEjp2PsnfPkxzau46BzmMSgfQnFoG/JwejnA+K/sTr54gPxozA+rQPGg5+cvvP+bR2NG2yM07G2tmQjE4WcjLEsXo1NsCGocbaaUGcy8fO06GxN8aQy2lu6dSHPKzFWAsay1gwOZVrqNWGPJzWYOQyOXxdpD48Hs9RGIRY9ePLbRB4VNIPcMbk21mkP8Lnx8c6QzJMEKt97Bc+6JHiWPUbqbNYAUS5JpoVTrweGas+Bady5yLdy8YkhceKviCC0KVJBf2MqRjgpRdN59Lz55Mwac1Rh1ObIBAFwiEyiIU3CkIG1f8TWzbzvg9/REeQa8WjQx8F389/D/a/F42UOBPnO/GNo+4W9vz4WzT++ldUqZNkQUhBaYIJM2dgikoYM6aSbG8HfTqSs8MRaRvQKUOUrZvIxEsvZ/n7PsSCd72fiVe+jOpFy0jWjsMWS2nDiL060mo/dIiK8goqa0ZxbM8+6rds8/KB4kKScjAV85cx/YrXsFyOafl7P8S4Sy4nUzeB4YIUcS5DVo6w+8Bhgt4hAq0MqieNY+q8GZBKktP2Phxq59AvfsaBu+7E/+2Sk7Cs5GIldP6KR03VynnVUmwUg3WWojHjqVm0SCuSAKs+QilKgcvQtn0zrq8TZSVTwZ5qZZxSTmUGI0dgNfhGTubwxnUUlFRRM30u0lnBSHEwip2+Hp48fDw0QN+JJjobD9N5aDed9XsYPNFMVkeiJ70foLbPwqcxHp+qfaS+feQdgDogkUxg8rSp/jm9TrroMVncSfwG0WyCP4tlhKsYD+9ED2oXa4fpy621qAL/+LyPnzVowhkBxlpsOONnkM9lyKX7Geg9Tl9nMwPdOgLq68amtahy6s23kXyMEBq1VeS7zke/9xGcuFJRjJPFMAqBdC83PKCVejuDmiPpnnay/T3orEnUpyE/hwyxkaE6KQ/8I1w+siqLE4HmUAGEgeAckeh2RkaVrO7hBsj0dpHt6lToItfXS5wZwpmMYDM4YtEiTE7BeLJ9Qun/4VcccezofvoHOyFZwIbdh/n1Y+u55ZcP8oM7H8+H236zhV89uodHNtez62gXrX1ZejKGnOZn1qTwOwSCFEa2okAysDKkVnT79UiklfpQLslAfxHNx2N27O/mt08e4WcP7OZbd67ji7et5cYfPcLXbn2UW9XPAxv30j3QSU93vTBIdpKFhOPffODUuPKnH2MMQRBgjEdA/olkuO+85x5+8vPbGY4dWQVf4Xfuzo+jdNWozMnoGxnfWGNiA6OFXaS+I+Wkh0LnrMpki2KVGqUD8RwkQxDTYcJirNRG9YQ239YvDL0N9uU+jqWjHha1FZHajeRES0xsNBqio6KqBhsEIk1l0k2vGE60J1QWGogizQMtOLO5LIlEAhsGGNFpQjQWDqfYKe8CobAiRnR4p4KSKZujKhxg/uhhXramlLe+qI5XXFjLzLGOBBn8/NRUIhb+ON+310MrThWsEMp5N7W18YnPfkb3W1uI1QWiyUdOtPv4VFB3p5K/i0We5pLFqJEZ6mTbzd+mbd3D8riO4tFjKJ4xnWDsZNk8y0DLERq3bqb7eDOBLnDSFjLVY1nyxn/hzA9ey4yXagc0aRpoAPyK3hPgxKUTB/3NTZQWGOoqSznwwH3sffjXTBpfS5wdJtfbKyMvxqwjEmsOEZMqpnjqHGa9/FWc/Z8fYtZrX0O2plaKEpPQjiEtplv37dJKqVVbypjaqdMoLCmgUKyVpDM0/eYu9v38ZowmdWwC/GCq6q968/baWeEAJ9JwYMISZpx1PpnCIrxBj6M0zg0z3HaMFh3dBVIQD4raGcF7Ofu2vswRS+bitbuTA5vXM3XFaigsJEXv/ywAABAASURBVLYef5CXtWoFkyF3vJ79d9/Jr7/4eTZqW9yhI8G07uva9u7jse9/g19/8sNsueVrDB/Zi3d0cRyIDp79cZ6QWCOi/qX0gQizfuBFq6969kbPXuq8EHwjY5VyOh4DI76U4U8/TtVqrci5GCdHFKt/a9VasWry9foIn5eWTz1LyNON+o2w2X769u5kwy0/4LFbvs2+Jx7lsBY6W3/zG377pc/y0Bc/wbFH7sb0dmMipxDjDUseq9HXB0W/94o2UaTFxfH8P+n01He/zQPf/Qbrf/Mr9q9fy87f3s29N13Hkzd9kvo7f0q65ajkmiXUJJVY86hcXj5CLr5ipSuqqjGJJJFW0FYGKSHDkTnRyJZ7f8mDN/+AB7/3LR74+k3c+5mP8puPv5+nPvefHLztxwwfOojxZ/MmJhY6vGS8MvE/+3j6nfpqPH6EVGmSu+9/hCe3SR+bh+jIJOmTZcsly9D2FKcjoTCVkM8KmDttAlXFltrKAmqrEoyvLaauJklFZUBVbQlTptUwdVI548cUMW1CBVMnVjJxciljxpVSVlkoXJacSzAUF9KdTdLtkhzriFi/t5tfPbKfB5/aSRAmJMc0v1N2J2EYhef+ej6N+Kw/eoSbf/IT+tNpcnm91IQ0EGusjHEkZNgDawgDy3zdZY+pHSUaonxA7QNriX07jS9yWE7j7udDfteivC8LdMxWVlpGgfQgkMa42EkXIVBcqMXh7BkzKEymZOMsSeGT3yBQn0KvfrJqAb2dHaB+nOqRE3I2QBqtAE6wgZyCkbdJ2ITml1Eb0eV3PtIZ4xGJLqP+AsGEyvtfUJO6k0pkueTCObzy8nlcuqaOxeOgJuwTv4NYM6wxyZFTOxNZ0RuKhKzE7ySfCGNG+nHaRWIsOev45re/Q2trK/7xMhaQTz4dRJX4wAmJCPexTJ+RhjsRGvd1s+5b36B36w6SuYBkkGC4b2SllpJnPK5JkdFxmekbxEiow2WVTH7Jqzj/I9cx6vQzkDcQYQ6M8BvABIJTZGJ9HCMrxwRDQCBBpGJLVlLwDDob+lLfFC9jYyNRJ0Oj+pgQV1JD7TkvYNX7Psr4K15GpmqUBJTTMckw7YePEHd2a+dwjKy2vhkPr0FJxRmaH3yAo7+WIdK9E+IRkeeQAilIriD8+qjvP/4aX2X0HXnzPOVRqaxo0izKZswiLXxGK0EjWSZ0Edqw7kmigX7yg6BO1a2wGCSJPI/OWXWb5pgM26i6SVROnqKRyKgsKxiHhpO4o5U9Mq5PfOGzNB04wFlXv4pzX/5aZqw+k7qFy5lz8Qu56K3/zOILz6Vz1wbWf+WT7P3R93H9vWBy+b5jOZ3Y9+8JMPmU+vBjETGsVZ6A8IbSGdEjOJ7DY0QlkoEBpQIw6BGefKzks7x5MlTu1JcHM5oYXhRG/cfekEuOikSjr40FaTyJgo4U1NoXyTg48ZUfOullx/an2PjFm1j3g+9TO34iZ0hOSy+5gsUXvIA1L30lF7zlbdROnMTee25n3Reu5/gTj2gRlJGc1Y1QOgUhH8l4ekSA08416m7hwJ0/4PEbP8WOX97D+CkzOe+V13D2la9gyfkvZMWLr+bsl1yF7TjBiQfvZsNNn+bA7beSG+7GaQ7g8Sp2Iwk8vT0tHQw1t5EUv/T3s/2eX7FPC7zJCxZqfF/BxW96Gy94x7t4wTvfzaILzsd1ttD+8L1s++Jn2CtnGPd0gjTFiU4l/ravp1cYf08eOlJ2Zohh0Wp0LNo5kCWhXU+BbIO1jlChMMpRoLtdI9hI8y8lnRga6mVUdTUlRUkKi1MUpZKkUhabCjGysN62FOoepLy0WPgCsulh+ob6KS4OKNe9sBbsGp801gT4Pw8JNDUkSkIdnwWJEo4c7yedHiTT30SUtxWeeIfRD2opNp7bayArA3/fQ48wMKx+gxCjMiN9TCidVL/WhESaV5F0o1THrmctXcrCadOYOHYUC+fNoaqsjFnTJjGmppLZM6YxTena8hJWzZ3N1LoxghvHIo3zmJoqOesK5syYSVV5EfO14J81dQqjR9ewYvE8zjtrOaVFBRTJYfnymdMmM2X8OGZLhwvlfKzociIukoOLpVsaAqznNjDiPNB8NhgJK6H2kSpi6YufZ2GYBDko71SN5JoMQ4zGTmYBI96Sgsck2bKtgdt+vZW7HtpDz0BM7HVVttppzBOJhGy3JUgYwkRAUWGJnFhKcSGJMCCZtBQVJUloN2gTCZo62nnw8SdFJSNPXrlGkv4r2p1iBYMMo8HEXuSa7Nk+jtz7cwZ2bKRIEz4wIkQ7i6itm6Crm4H6FsLeIYw6HRAR0dTZLP3HdzH5hS8hKK8kFmZ/hG7EKLIwJi8iCxKcw4BCuS6ch6XQvf2DTDnzbCbpzuRYQyvGJkgWlwpC8GpnFTgZfFsjgVjhdMaQGDWKKS+6mjmveyu5iTMl/BQprXg7GhqIegcpH1VDuY7wgoIiEsJRlMlw4L57adu0XjlHXjISiu/JcDKr+C99fRsPa4zBGINLpphy2um44hIpq8dnCIW/98gRHWkeQhAjXRqntEHXXMo7UD7d2cquTVuYdca5kCrUQCcI/N8baZs9cHgHT371czQ/8TBFlTWsedVrKJsyQ/pSoH6clMThpDy2eDQTz7yYaaedgx0YovWJB9lz+83EOu4ZMVrWd8XIo36VsKK7uLgIKwUVF0TeUmJU87d4/wI8I2Tke3SxwxiD8V1LbkZjDfnc70VGZeJYPENsLY4IN9jB/l/8gF3f/xYDx1tYdsXVTFxzLsmSapBO4axwhKSqxjDvipcwcf4C0s1H2H3rD2h+7AHtOIaELBKMIwbh9MHhTJrBhn2s+/qXaX7gIYJswMpXvozx55xJsqwSgiS5QBM/WUD51DnUzJ2DNREF3R0cf/hR2nftRywJmXAJLxj848tiOVJsllS6j4233qLJXMTCC19Mxfgp2mSUYzW3XFEFiZpxjD/7AmZdeRWuIBB8Ly2b13FACyybzQqjcBvH3/QRmXm5yrFgckhAwCDWddM30EFOczujuebEv5bGjC8v4Kw547l02WTOXDCR2vJirFp0D2Y5crST3fXt7DrcwqGGNvYdauXAkS4OHe1l665j7DzYzD7ZlANHWjnY2EF9UzeNjX0cPNjDsaZ+snJ+XlSR9CMTZRnUjiPt+z7piHtki3q1gO7q2IeJ2yXrIfWsscQp7alQ9jm8Uj16+vrYun27HJMjUj+xCiM5qSgfO8kBYu0yctoBZEVTqjgUvznOXLWcWZMns3zRYsbWjSOpk52JtbXMnTqZc9ecRoXuhRfPmSNnNItStZmh8mljx7Bg+hQW6Rpk9eKFzJ05jbNPX01SShJaS1o2YMyYWqZNqmHp3OlMl01bOG8WgU2RlhzSkksOqyEyosnTpcGLUH1MEBhy0n0nWcRynp6PnGBzng/fTjwkFEd+4RWkwCTEb0RWfQ7pmLW1M6Z7qJiWLqd7M4Ql0icmp1MnfzemAtndmIzOWzMny4YGB8lk0qQVMv5f59FuPq26YTn3jZs36zo/i3/MH+isFZ0SrPV16sRHVqRmaNv8KAd+/UuK0xFZaygbO55hQipGV9Hf1YsZyukIL2BQDBQuPZ0zdL9TNms2qAMnRpFjs55BDaTzsR9IxX5AxS2x6uMgwfQzzqSwopZGrRLr5UTGzZrFtNPPBBmQSIbRxTH5La+8v5PQRkJErDrk7uO8p05RMXcRa979PlILlpAJU6LUklPbvoFBhtV3sQa8tG40BWXFhMNd7LvrNrLNjZKlwzmDER70KOm/Klf0V7xObSrnLKBo0lSc9zYyqIHkVzg0yKEnHwFNJGQ+8sJ2DuM7dDGqoGnrVsprx1I6cSpxEI/QYBwDDQdY//WvETY2krAlTDv3UlKjJhCbAIxoF2Qg2WAipRzYFONWnUGitIakjoDaNz5F89q1WP2oEb5vo75jn8fIluTo69GYilY1xgQBxgjs7/2q01hjFosXl+/biA4LNgCjmGc8UlyHwb+xPiYzwL5f/YQm6WyyP82YRUupWr6cSMc4fmid4CONg9RO423JJMsZe/oZpFNJKrSaP/Dru+g9cgCtADQm0gnA61osRzeoO7rN3/oSiSP7SQrBZDm58vmLSXvcxkjmBjx96iMWvkmnrSFdWExGbdE9U6a3RzDkH0EqdsorxE6LlYBAtr7veINGI8uss88ha5LqHA2VFSyan06xVuNhIaNWnEFYU605kaGUHCc2biTd3Y2fc05yEODf8I1BPBkdlTkC0dyrfo/o1OEYgVa8XZJz4CA5PMTp08byrheu4fVr5jGPdk43g3zwReexYvoY0BF8oIWrlVMrErM2lyYTQ6hVdZmcqzXiLQpI2SRFklusHYhfXCUTxQRGgPEwOc2RhCmg0EaUpDLUlAYUBFnJLEPsZZxxdPdmKUzEusfbr9uBNgwRsajG4/Axf/ljjaGzu4vmlhacQXPEIdXMp9OZrDCrTLpgjRaN0s8hMfSTO+9l18FGNmzaS0PDCdZrbE50dDAsY9w1MER98wk2bd/NhGkzGNBpxNpN29m19yiH6huoP3aEpuYWGo4dZ/O2bRw51sgmGe5kspT167eTk9NrPtFGZ0+GxqZODtcfFXwTgSRQQAlJ0RHFaUxoCQpCbOgIrPiNDHE6yOsZgi6QbUzItgYmANGQDEW/nH3OJAllNwJr8fMEZ3H6idRmOBfK6SWxiUKMNUIaI4WTTHL4OYIzSoMRLUbwTnkfvO4kfV+EGOlRFHmMhhO6WmlpaeXZHutp9hUeNMYRGUe28Qh7f34XRTpGq54xh9r5K8lVjmbq/Ll0dPVgxUwuTNOr3cD4C65g+av/AVIiVm2fuPtOvnfDx/nBDZ/ilk98VuEz/Ejpmz/xaX5w7Sf44fWf5kcq/+F1n+Tm627gOzfcwCN3PcCefcfYp8G5+457+N71N/BjhZs/9gl+8DGlb/gMP1a4+eOfVNtP8cMbPsmtn/osP/zkp/juJz/Nno1bsTYkLqtg8VveTKUc2qBW+06DkusfIDEcU1RaSO/QMEPDORIy0kFbI3t/cQdGgyi9whmDXonCopSCU/q5vR6HFTJTVEHdytUMi6bQWLLaBqe0MunYs52B1iYhlZydw/cwcpQTkW1r4tievax84aWYIInRABqTxWQ6dbT0cwrbO7BayRSPHUf1nNlgDIEBWSu9BkZerBVWi1bUVRSNr4PAUkiWtu1biYf68PoUa5ycJqlVHwgP3jCagACLCQKSiST5cv7Oj0h3mvV+ASL7A0aTQiFGFQrOB58U/RhErTICDOMcLXK6LY89QmlWE6qwgnHLVgnAnJSNx6OpJXBLzqNV25DiMRMprxsLGjP/93INWzZK7ka9GALB+pTN9nDojtspaW3T5IuwY8YxZtXpECVIqZ0QgWQZim5jUNsUqckLWHDN26i44FImXX2VdGGlFzHPfNSEQINhTKDpmiAXp/K7Wlc/zmJtAAAQAElEQVSQJNC4Ix4N5mQTp26McgEkiqnQyYKf3EiPrY5jh7t7MDLianIS/m8TOef7VMjLIiPeesRgG3HUTXFRQH9fP1kZykm1VZw1o46mbU+STCZxshuZribihu28dM1SptVVyYlBRRLefNXpvOVlZ1BVNMiEqkJOXzxLDsZSmkjzmhefxtlLJ0rnh8RvrDDIlS+cy+UXzCDphlTex2nzR3HF+YupKIRzTl/C3OmTiLSST2vh3HSij+LSFC57DHJtojUrQRjFCko913dgaEBrZ2lfDMYGBArkZWLxP4F4RWVG46hOOdZQL4dygL0Hd7F221q60v3s3LuH3u5Otu/Yxp79B2k60cX9jz7E4089zInjx+jv6aKh6SgHdZ/+1Nbt2hk2sV334Nt37+Do8VZ++8Ra4diL0X10TvdYazdt4IF1jwu+hQ279pGRk7dBhJEuJk0BUTRMrONRp5OgSCsxmzAEyQxO2wlcv8jsJ8r2SR8z4ikmlxtGk0T1OfxuL5PtJwiHSch2GZ0pxeLXeUMTGkxoSSQSWGsUyMvDGSNcDmssmIBYWpqLQXsPwAp/rLQKDGobYKzNyzSt3ZQxKhTUM1/NVJfPe2U2Rg2Hu9l51+3E7V1UTZrAUZ2HtzY3UqnzwaZ9+3A5DbKF4bCA2rMuZMqLL8cVSTtEDJqUSV241x3dw5iGHdQc2ULN4e2MOrSV2sNbGXN0Rz6urVf+yHZGH1H+2AHKWg6zesl05k2soezwLuoO7aRK7WqP7aL26HaqD22h+qBwHfBhM6MPbKNi/yY8nnLhKB7ShZ5EigxsUFzN7KtfSZUMUmwT+Mu5ARmTIxrs0uJywtIKqsaNR3LVUcoW2rduIpBB80KIhcMpIKHyHB/nRloiOTgTUr1gKbZ2XH6AgsBiTURyoJ+WLRvAGxL14XxfNgeqO7RuPaVjxpIaXafSWAoWKEDnjq0M7N1FqBHOKWR0jLBHR6nb7voRO+/8EXvu+gm7fvEzpRXfcSvbFXb+/KfsvvsXDEjZZS8YiqF7YEBb7CGcFHiETysK0KPx17jJIhLHTgodi2ZfrHJFf9dX+ukkRyOl9cQ5Z/L0GK/sKjP4n1MUxRjnMBo719dBo3afxZqwsc51gmREx8HdHHnkURoef0Dhtxx54rc0PPQbjj7xAEcfv5+mRx6gUfd1aLWbEZ6cVm/dzcdBMhBW/NgYOa/WzU/QK/l7J5nRRXrN3IX5I2k0psYgihz+kT1QG9GEplRYRPnclcx9yTVMvPASbGmF4ATlGyjyr3MxWU3KHGmyckCRdLOwborg/Lg4nNH4i/88rD6R5mbs21sIUymRaTTRc5rwMjZa6QpEbf33bxXEl3TF6yZmmOHBZq20u8VdSKvuvZKJAk6c6CSrvieOqaEgGmJUeRHfvuNO1jY2U1pXCxoX19XGeNVbAvp1J7T/0H6SDMrJLCYe7qBdOwin049xtWWcaNrBykXjqZCzM5GhsriAtsZjTB9dzqTRCUpKBjh75TQajtRz+HgXazfvoq2zG6tVvhNl3dqxDWczpLXwJIxwcZtCD+IE/grp+JmgIQZrId/eKhli8ggdmXhI0yZLaIdZOK+a175qDW/7hxfwxtdcyMoV0wkTBut3HqJg0bxRTBxXxLCcRSQncMmFy3j1y5bxupct5BVXruCM06YydULM1Vcs4JVXr+bVL13D0qXT0eYUJ4czZWwRL75gDte8fDVvffUZXHDGVKqqk2SJyEaDVJVkWDm/ktdduYw3v/IsXnHFQubPLJJLyRJIl0ZVBVx+3hRedN4kLj5rMrXVw9RWRZyxqFo7U8lQY23pYd7kEmpKC4RV2u+Nh+aDTD/GRJKlguaKXwzFPlZdJNuhiJzPA4r0ARMExKrLamwzslt+fJTFw8ZIdwXoEOhJHVcy/1onYfnVMqowWsX37dtBx47tFAg6QcicBfMpLEvQWn+IYDjrUelILNSEW8Gsy6/GFBVDGGD8oInxYp2lVmeGqcoMUpEboNwNUx3kqNDEq2CY8niQ8uwAlSqvNGnK1OfYCXVM0Y5inu6RRleVUy4vX5YbpCw7RFlO4WRc4dJUaqVQHWcp086mUuWj1F8KMSZanfPKEhKU1bDgta8jMXk62cAQ2ogSk2BIxmrUoun0SPiJZDEpHTXsuP1OclphIgOB6q3kIFnJKBth/ctfYwwW/xi8TBOV1boXO4d0MsCqLpZ8ioS4VavwSHcLHrvxfWqU/MV084F6ZkgGsQmExGBEoxOfxzZvItBKLcYQ6I5i9IzZVM+cR5WO9SonTaNi4nSFaVSK17KJU6iePJXKSdMpnzCHqZe8nJlvfCfT/+HtzL78cqzOstFjhQsFJ7VDnPo3EI1IW7wSRTri9PX87Z4/jcn3LQjn+5eMlNTEF5WBxYm4QPrFKRhf6YxKLTjVG0fnEa0UW5pJGIs/bgiKi/F3DAO6NxvUpf9ATxvDXf309vXQ09UnO9lJf1sLvbp3KFu4mtpLr6DuhZcxdol2VZ536QHCG0sHjz21lkDn4FkMWRdQM3Mu+H5UH4kKI1oMAU7jJoq02NRImYj8ozJEo2qlA742XypMih0jscY/Et9BWSlhaREIl5Euj0A74RWbxmCMAkb1hpxRuVLIGTg5KqKTedHji/82QX1pPkXSkch1azW/mXR/IyZI0t8vHsMaOrozpHQS0aSVvD+J7lb8T697ORetXEKPjqEaDhyFwkI5jR6RpJW76G4fTHH7PWupG1XFhecuJKXVe2hj6nTJ39qh1XkQM3NSBalgkJnTJtDUPoSTTiyaPZaEFm8p7SCHM6LKFtI3FHH8RDv+aN5pHNo0xgVakJZU1GHCmMHBI/T11Kv9sELMc30iGdNI42Mk91hp3z4MQ4yR/hnlcpA0Gc45czYvumwNe/fs4fZf/JYnntxIRXkVRcli/DimUkNccsF8Vi4dR5gYpFfHd5s2b6ezs4EZ0yrYuWMXxw42MLm2hLlTqtm1dTNPPbGRY4ePkGKI+bNKeO2rz8LYQR55dAOPPbyBipIUc2dMwmpnWFkQ8ZIXLeQFFy7gqPA89tRGWtoaeOmLl3G+HF0y7qOyIMPSWZW0Nu+iqmiAq86dTZjr0S41ydlLx0re7cySQ1w9fwLDuvPLyq6KVY1voHkVEErnLUZMe11TcOCdkrWBykAlWM3TwDcyHo68NgZBgNE8MMZoDATqY0FbOwKjkt97ZX+FWYPp1Dwe7GPvb+6lQNs9dMzUvr+eXU+uIxiUAgxlEV6PSscW41msS/WgoEgTEAWDnxfIgCLjHwVGxFpsHOR3KEae1mlijiBQHUZ4RIe1cm4pppxxFnEqga0uZ8KiZQwZXy9jIx3yNttqtWQU5GixwuOkJEhAjpDYE+WZJiaSwgoMI5i4pJx5V7+MqLQMZNy9chkDTivqpBQp1zNIQhM66Ginc98ejBgwGMGSf5TKx8/p4xxODY3Rx4aMW7OGXHmZ7IUYEaJQxi7Tepzju3diY8FI9EZMHV77COOmTNOqcqJ4EKBXY+uIdBnY3dRMUrh01E5G8i2aNZ3aRcuZsPB0xi5cyZjFyxmn/DjJbYJ2heNUNnbJcsYuXcXoJSuplZMbt2IVYxcvI9D5PJJNkDd66sc4yUqylpC9SJ3yGItVf5KUAP5OrwNjLEYiiSWjWHlHTCyibBCo3Cigx43EEqdRvQpEP3Q1NRBpVezhMSFVk+Yy+0UvZZYczaxLX8q8F7yCuS+8kvkvupoFl13NXC2k5l31MuZd/gpmXvFqplzxCqZc/lKmnHMBcSg9FG6PP9fXTabxOAUYQoW4KEVydA2xNVgg8F8NuBdboLwviW2Qby0Q1ESvUWz53aO8SnE5vKElSGBtAUVF5djESThnhSMmPx5qGAjeSrEDp4xCJJ3xvAZBSBhYrOZbfrw8IQL5W71GeuE0X7wtSKlzp4VkZriXIw1H8Zfo/bqgjo3lUEsne3ty1C5YzAkZ5Z4DBymqGsvsF1/Ng7Ih+451YINCCpOlOtmvonsoyW13PagV+miqi1NMGldFp+bh/oMd7NhxiOWLpjJtfAGxFqCHmzvYtu8Q8+fOwcmeHBauCePHU+R3DeNqmTRxXJ71jJSmo28QncjTq3vjdKYPJxkbJ3nbrGQZIdFJNP7rg5InS3zq2YKVQqo11li8I9L0Fk61tQar0Q9sgtrqAlavmM1tt97N5h2dNPcWcbQ14uHHNjOc9jZzmFWrptCqY7mxNWVMmzxKDhRaTuTo7nR06t7raOsgXQNSanVgxHNRSTFlVdUUFVqmjA15zUvO4rHHNnLnfXs5fELybjP87G45pse3yUlHrFg+lprRpXzr+w+yae8Q+48bntrYz/e++SuWLxjL+LpQjj9HzmVo1YKsQfOltLBI9qRYx3/7mTyhmnPmJTl98TQeWbuHfgnRarxNYHAmllmPsLkgP9ekihivczbESv+MBBSEASjhpC/KEmjOJnQE5WNUYCUvJ94kOVBBoHbWjui6MQLgd49Vj1gNmiFHV/6/jz5IwliCggTVUyYyqqaCTPMRrFaJVpdfw4lCpl54GUHtGNRQmJxQxPgjBSXIRCoiVpUYUdKvWCMtn7yhQcRY4TYiEK04YgFXVJbh0p10bnuKni3rKZG3LyxN5j1ziMPYWF8H/hs65SUk8WLkMI3HoXLPIMKtagQO6j8ioHjaPMadcR4DWvEGmlgDujQcbmwhq7EPi4tIJBMkNMka1j5Grr/HY1Jbz0A8InzlntNrTL6dvogcbFklYxevYtjISMX5IpLpIZrWrSVOD6IOGTxxnH2btzJh6VLQMYgxdgQQQ5wbwg72C2eAH7+E5GbyjszhfNoXGp8WKuUlHVxgyD8+MhpeTR28OXUBqM74NgIQqb6RUoEnQ6Pv8TgQrcYKVm35OzzmVB/SQScqxLaMbEo0SWCqC2xIMkyIVqMy0acXqwoiYi1AiGOynb3YrB83q6qAjKqN5GGFzChIgDgjWRhV6DUEYITTGMGjx4LqPaiXqzNe8yDb0wHaRfs+pFJEqQKsxkjAQilknhajj5L4R7EwYZ2+4gdVeZz4z8m0UblT3k90Yy1W/eaHRgbC0+SME6++hRWUUVAeFVmNj1FC9YEmd6gJTzKheos+GM8+SvO3eZyMS6RTjd7uA+zf9igl5aNJlU0hSExiIF1ILuPo7+0hCBKMqaujVzJrK65lQLuTcPZyEivOYt9wQBwUMm70KB0tZbFBiq7uAVLF1TT1FPKTe7ZwuGlYvSToycJgUMq2Qz08te0QNlnBia6cjqMq2dsQc+8jOwjLJnHHfds52NDBxIljGBgaov5ogxcOkUnS1jXEcFRCefVMkqkaCopqKC4OaTi8hSg3kBeMpKhYMtWrhN6nE0r//htLzkbGNZLt8KcGsdc1HbP6BbHTyY6T0ItLEuRkhzo6s5iwhFDycHESomJSyZBpk8s57/SFbN22i0MHtnPJ+YsFk8Fp7AlDdegHNSHnQw2RzQAAEABJREFUIDrkVIsKEkyaNJapk2upqqmhrKiQglRIU4vsgCnH27hVchyvf/mZvPnVZ7J0fhXj6spoaGzjeM8QuYTFJEsY0l1qV28vGTdAZXUZmJiiBLzmxWtYsmgWv35yP93pIoUSnlq3lQWzZ7JrfyfN3QEpm6M4iGQ1sviFfE4kZtWxScRE0u0Qq9jlQ8om5aQNgREvkoNEhpdPJFkZYzTmQT4E4jWQLEM5ozCwGGPJzw/fgN89KtUrg210THZs00ZSOoPNyoGEVRUMFoWkKkqJZBByYiibCCmfvZCxWonHxhHL+kdDPXQe3Ct+ozxWJ0WOFWwYgNG4KG1EiFFGJdjQYmMj05OAwkr6tBvrP9KoM/+jdNUfyK8khkkQaWA9wYEnPBGgeYw4JSt86DE+WIuxSilG+IVZX0d2uF9b2SFQ3YTTz4bq8eTUb1JGK93VTXldFaayGBMa3R+l6Tl0gO7DmgR4HhyINyHiuT8uT6cw4ESwMwGT1pxOUDMGE6TICW9CipzRCnPQy0yrocbN25gwewHFY8fiZHQsvjWyfxZcKBaMqIo10SJM2jHU0Une+hjBGfQo9q8UBaM2KvGvMQZjfhdAacHl0ftYCW/8YsnTGEOg8bKCsZJl4GXv8fN3eozvxxNl8EcjXqF9DtGSjXJSfNWLRpB0jNJ6HYFyIZ7tSDtHSUoyj4mlyxlNRLSA8qC+mddTxK8xBmOMWo+8xijtX8VW4+VD4BEqj8pz6QyRVcsgRCpJIrBSjQiriSd0I0hOfvP0+vTTCZ/5E0HGx6gT56QzQmYE6oOiZ32NYE5VeLhIGhKJ11gZZ/VR8JhOwfyfxk60xZLDYHcjPSf2MDjQSU59xlFINp0kp91KWnPX62JHbz/7jrXz01+v479+9ihfvm8dH//J3Xz/nkfYeaiR9q4uchH0DmbYe7iBbh21ZeSo6k/0U9/cRWNTB426ExqOkuxv6Gbjnja2HOxSupXYJDjSNsCG/cdpUtw1bNlxqJVDckpNJ3qlG0mNu5/5Tk4yS0//sIxogIlTClnaWrZwvH4fmeG0BlKvxhnxRv6R3J5O5wt+72ONxlsg8akxkjxSqaScnXDLFgaa0+2dQ0RxxKyZdSR1jWBzGeX7KcwfaXSzcFYtRFnWnHkGs2dNY9yoEmbPGCN5DBBJKDY2pDTfQpJkYisnnObX923hF/dsZfPOJjr6I9p7upk5YzTJRJ90PuLooSZ2b9nCmKoEhUlDw9ETckpjmaBdUpCVfmqkEskM06aNIbQBzZKx1RFnc0eaR9ftJOv76elFB19kZWM6u2BgMNAiYUh2EhZOq+YC7bpWzh4nqsDYUBgjjYUBUeDnaKR5GctR+1/BJ4DAohqDVcJo3nrnjX8kOw2Q5rUUQPlsLqt07AcCY1RA/uMT+SA1HikYPtGsHdJ+ikxAHPiyEJfNMtTWQ+z/DTh12hckmf6CSzDFCexwH337drHzJzez/Wc/IdZqyWP0QjbGyDBIpUWYn3C+PFCZCvE7qbRwBZMmsPh1r+W0t76dvopRhJW1NElCZctWc+a738OUF15CXFakaShc+gZiNJFzcmYxnlnjKRd+TjFkHLHEBsOs+8kP2P/bezHWkRo9mvFnn8dQGOB/I8X/5kxFSSmVWn2kdR/liCgYHqRrz07w7aWwxsnwKffXvF5y4hynxkaDnZwwidHzFkoBI6xoNIEhqV3ZgUd/w3Djfur37WTBeRfhwiJQvYU8R07fIFkIqSRqopwhaQO6Dh8Ui8P5vEbVN1GQXNxIO2MMxhj+2+OLfHhGhROVRn06Sc6qTZAIVOKxxggJf89H5Ktjp1UZ4tcSaLwNxusysZymKkfI8YAKVnVoMmNiUqXFxIEgDFj99Le35f/JHc+Xnw+xh82HERTGmJGEvk+nlNDQ48GUFDIIEuol8EknucRkeweEt1cwRgE0r1VO/jHEikWYqjyOp8NIKfk8v3skdhkL4fdFapNIalXt6RIKX/TM4Hl4Oi9ZOK0+E95JCmmg2Gge5Gl/Guj/NOF5iUhEGSpKq8mZLMePbSfbN0Bax8h+XmW0aNXVlYyvoXtwiP3NJ6jXHVDnUEzHQExP2nBcjudIRw/92VhGyBJrkAI5GKdFb6jjtGnaCUyfPJaZ0yZSU1HMzOnjmTZ1AuWl5RgTYjV/Ah3hRjlDJGdVYBPaIRiMS+AIsDYg1lw1igNr87rS3t0jGnMYGfn+gU7aTzRQVBBQqLFErcxzEE0uyiFCCIJAkc3HsWSfy++ShMmIz76I396/kcsuv4BXvHIpZywbzRUvms/LX3kaM2ZVMWvePD731bv5yrcf5ktfvp9f3f0Ua85YRHlFklShFvtBAcNyTAiXP6qrG1fJeefO44UXLGDJ3Cm0tmb56U83cNqKxbz2JYtYMqeE8WOTnHXWStK5FNv39bBldy+Nje388zWXcPFpo1g8NebS8ybz8pe/hCfWNtPeHWDDYl2L1LG93rJrTztXXqQj/WLJzMtXR8bGFGmMxC4FbNeC4NH1DWzedVQnXnJE8RBJLX4KNDsDL/soEKDXeCf5G0lVklURVrFz+MdaK3lZ6Uecl50xglOdMQb0nvILasEzHysYsBEn9u0l295BQgOZKi7HKS4vLma4u0tDbzTIjuSYcZTq/LZ181M88dVPU//r2wh6T8hLJ4QzC/KYTiu/QNsz52IpkZgRw9k4EmE51Ttc1uEHNagsx06bjP+j2tkXXwjlScbMmsuEFWs4nh2ibM50BgKh1WAZ4cx63FKqyLNvyOP2KxOft4FF3ZHWSuzBm24iu3MHTWuf4oHvfoesVnETdKeSKKkgYQMCnese27OPztZOwmSKrDXaJUV0NxzD/8aVyUuVv/7ReIg8rAlwshL+yKJ22TJcSQFGMzhWMJrMvbpH2n777YzXVpnyGhCsVVvcSNfW5xMpyqdOljNzaqtJTY7exsP0Nh0T7kg5o2YOv7PyQUhU7vCPcypXeDot6FhK5bHEjNR5ufr6OJtjZMUT4Y2/kUzwAvWVf6fgpKhGmprV4ieWzng54QxWZf4uA8WePx+cJm8u7wC8shsqx03A3/2YCOmqhrGni676Q2oR4UVgXIAxhj/2OMklv9sQz5GCl5MR/kTFyDzwfVo5v5QM1EDLcTQYREKnoUTFqvYyN/jvM4PUFtmvPA1OhOSDoIyANAKkM1nVOeIoVhDxCKnq8xFCq+BfT7qa52F9dST5OAXUQSRd8jA+bU41zBf8tR8Rp06s7l3rD61l975NTJq5nGkzVlOsIzPnkhSm5IT6uhjWalxTm4zm6LAYHdJOYMKUcSxfMpdVi+Zx9pLFnLN0MWcsnss5y2fq8nwOqxbM4LRFc1k2ayZ1FdVUlldQUFjAlAkTqCxOMlqL0BkTxrJw5lQWzZ/NYhnlxXOnyRDPYP7UcayYP13tZ7No1iRGlReSEK2BdbIvWdLpmLR2UMlEtZivorRsDGPq5jB+Yh0bNzwoW9Av6FhBPBqB4GXu42cP/tgpqzHyoH4MvN2KJXOkB6FvIl3BFrJzTy+f/txPdeTVLF6KaD0xyD33PEF7h+OWWx+nZ7gEUzgWSqezaf8Q9z64HRcXcOBwD3fdu0P3caFmZ4Jde/v42Z0baW7tp7Glmx7dc6fjBIdbIm78xn1s3dNBZfUYRo2u5ZGnDvC9Wx6nb7iQ7kwpd96/m+/97AFcWMjUCdPo64758rd+zbrtGidXKhwZ7n98P72ZCjbvTfPkukMU6QgaMdabSfDUjuP0DTpJxNBvK+lyJfSRIiPHks1kMLkhqkoiwmBQ8stibUxVaQHF2okF0SBZLUq87Y9Va9TGiyeSrIzx0gOv+1blVnmfViSVdarQ65XbN1CwRghwOboOHiQp7Yqto7C0hLJR1YSpkFQqIQhHJEYnrzyNeKCHvXfdTqK5FddyQjuoVoKiIo1LmdAZjL45TRLfh9OAeSLUM07EGGO16gGrfnLdvQRBgDeGSd3nlGsnUzluouDk3DTTB7q6cZmcYCyB2nnYSFwYnZ37tGfa4zPWgLEKkNJ568Lzz6CqbjTjZ0xnkbbJYTJFsnIURTJazsNJSAUFhRRph5SqqiSSgwyFYrirg1hCFbOMPBLWSOK5fZ/RzHdnY0vZ1KlULV5EJkyKlxCrFWJiKC0HOsCMlWuIbYD1HRsRokYxsc9JFpaJctBDJSU48S3BIU3j2FOPYrLDGsnYi1ZK5AQfa9B/R6oxwqWs00AYQWQHeunrbBOMFgbGE2mw6suPv/POXk7JK1Tg5ak2nGzP3+Hx1Hg6xQT+mCyWccNnZHS9XJz0RRabEY5EsWjzbSLJCa2iK6bOJhg1Gj++qiLUkW3zxg2YdBojHVTFH+XCs+qDdRFRZgCnxZAXqiMgUVpLoXQyI5kE2mGnTIbjWzbghNcKXsj9myfV92H+oBcj+oyJsaLBeOrNSQDFzvOoEGjsEdGx0iOITsL8QWSMGqGgNxbBOZywO/DlyhuMmivP3+gRqvRgJ0f2bqfr+HE6248znO5XL5Yi3SM7zSMj2kPN4aKCAkIvnzDBuWvWMHfyBKaPHcXcWZMZN7aKlUvm8MJz1zBpTJUcz2iWLJjJmWuWsmLlIt2VjOOslStZMGMGb3n1K5lYVcGVF5yXd2KLZ07gtVddxumLpvPCs5Zz/prlclSTmaH7o6suvYDlcnqBeC+SQysrK5NEklpTFpFIlRMbGNIpTjYzzOHDOzlSv5fYH+NK59FCh7/gcRqTQPwhGVtrFRkFNQxCYt2n+4D0xJkUPf0BW7Z16a7rAI8+cYTWNmhpizh8pI+MjjgjNcvKyQ/HRRw8PKx7uAJaOiP2H+4VrqToTXKs3bBxd5oNuwfYvK+XA8eGyOiI1N8HNXRYntjezb0P1HPPg/Ws35elfaCEWAuEhCkQ31Xsqw+4+7EG7npgP49vaKe1p5i0HGbsRN9AkWgZAu0yh10V2w/lOKojUFQ/7IrZfnSYnqECiAJkSXD+R/yXFaU4b9V8LjhtlhYI0+jNpmgdrhTtKWpG1XHZC7QrXDWVURUlWP2IIIx49a8xBhvkZ7DHRl7HVebnundWkigozzMei+8+GmJQK78UhqH0kM4qE6QSCbpbT4wMorxhWFTK+LkLxfgQQxrkQW3fBzr76NZF2sQFKzHe2wpxJGdkjdAqbRR7hQ0Dkycop4nt/1dVP8iufwiTN8odRP292FQxhSVJ0dEEOpPOakQTUcywJnRWk99GMhF+EghvrPJYMcIXis4gDPKGwaWKqJ47j0xpBSV1k6iZMZNcQlwVFFM1fSrZ0CJCcMMRBXKwGTm8JBYjgxcNDtDX2iKDLcwyIJqPvofnFE618XF+QNXa235XXMb4085goCABkndC8hhKBkw440wSVbWiAJEVqUbVGGINkh9UQ0jZrHmMWryUIV/gJ59C54b1tG/eSphzBJGnP8DqOMQ8Y6L5QfdY80qgNvXbt9Ok475AuH0vI6DWgxDpaGcSBk0AABAASURBVNZPvpEqo0VAoPIRLnjGM4LzGQV/i6TvRtwbIwYV+nt68lj9GDuNA5oU6aFhnJyTEx8CxeYMgbMYozZaQYbVddStXMWQyM7qGLYozjB4YB/HN8t5xFmMb8SzP0449OZ14PC2bfS0tGADQ6xRsakypp55NpEmpR+TkkJH94FdtO/dJ3gnmcfkZe5ERx69UZ6TweFpz/b3kxnoy+uVSjDG4B+neeJjY4zkbfHyR/zpxcfoGYFU4tTrCzQHIq3QTWB1aV+IlR7Fnj9fJ1ynQP/62FPptISJqBs7hULN65aW/WSG+ikoqMSpj1RSDihIYSQnLymTn5+GhIx0KiB/ND7oMrIVGQrkvDp6+jnYIIfmAgalsxnN5UwmZkj3PYWFRYyqrdHxVSHF/t9r06nM0cYmunq6KEql2H9wv8Y+x569e3XfHGkeWLKa/1ntXHJ5vXUMSz+GBoYgNiSSRTgKsDLClhTd7a10nTjBaC1Ak8IXq29nOPk8nTiZ//3IGgseZEQkeP2z1uJ305l4GKeL/0jjkdWCPktG+SQuERImLTFZ/AIa2ZzYCIE8Ul5vY7C69xmUzHKhMoEkKB3HZfH4nEmqywL86Y+VfUv4Raz4USUJyTIoKodEMZ6HrP9bq2SsftI4GwmvNgZhhWioIAoFozkSSI8RHqtTAudKtBNLaoOXUZHBGI1hzuD13ejIOJUqERlpCoKc6gwpG2rch9m8Yyvrdh3kF4828aPftPGtuxr52E1P8PHP/pqHHt7Lnt1HGUzn1KfD0+xtzqmAHr+AQiJQEq/nXseNz+Q/PvG7YHPW4XTBlevpINaFUyII6Ovvo/nQQfpaTmjF6ohNAltRSqgVDkEhZePkERcuonLxPCoXLmHU/Lk443u0YsRhNEheYFYdhkpE6kMbBXJaIRhPjeoZ7Gbd179I4713seU732Xo6CEOP/gbdv3wuzTffw+HH/4toY4AhIJAg+aELEY5vS6wYELRpYnj/OCjJ8KoL6MVxbApIZbDcRoEgROr/5Lx48gFgTC4/B/O9fW2E3s8VgoWG0LtOPqbdWyHw6nMCpeQPqfXCDsiTa8i5QzChegKKZ42m6LxExg2AcN+MtfIiOq+zGjQ8zIxVnDkn8C3zvdviDTBZr/wclLT5pCRsgaSX3Kwj+0/+T4tjz0IMsDGxsTkRHmk9k6DHo2kTZZAq/qeQ/vpOlzPrDnzNU0C1aEJGys2CjHZjnbJGuKsVduYdF8PyHCoEqeJgw/KGPHn1MNf88ZPNxJ94sFn85E+etVPlni4h+76oxS6BAmbIEwEhGFATvqYaW7CREbNDFHg8rIyBJoERpTJua85l+LlK8mWFOLbJYVr9+230LpxLVZOyflO0OOdnE871KfyMm6GDD3HD9B1rJ6q2vHEcSD8ThPdUb30NMacfi6D0sH0YJaUaNn3q5+RPd6Ale4JDc5ECuIL5ZSOFTuXldj62PDgvQz29mKMwWjh4+lwoifb30NuKEMYO0x+rCUhlRvpAYgnB0gvHR5bFqHEtyc3CFrM5Y2IxtxaI+estoJDePL48Y15+vFa8XTmvyWeCeskE6u+HNl0L1s2rWXR4mVMnTGP2nHTcJpzCc2rVGFIoU5PBEyEI6fuY8Vp0f+dn/yMXzywjvsf28odv3qIn//mcX55/xPcqfDbJ9bz2Nod3HXfY/zg57/mh3c9wK13P8wNn/8GP77rXt72gU9wx/3r+ZnaPLBpB7fd96jaPZnH8ejGPfz0F7/h1w+u5aG12/jmzbexcetewoIUJj+elsDmKC60MqK9ogaCZCXjJs9h8rQFjB49hoP7d2lmOUkX8gAav5GE8s/ymrz8RyBiLSCslWyEITBJbCDHoUVSVXnIsgUTWDxnIiWpYSaPL2PRvAlMGFPGnGkVzJpWhV/IlBRZiWuY4uKAYjPMvAmlLJk+hlEVlmUL61g8ezTVZY7M8CCFcmKL5tRqJzmK6vIcoyvSrF40WbjKCIK+vLOqKIxZMb2SJTPrdNTpmD21hOXzaikt0GBoMVA7JkXSZiiTPCbVFTJuVKHok77JxldXQ1VNoLIU5SWSh+4KRxU7JlRHzJpSQ1lJxOTagNpqSAZDVFRXUVI+BpcsJ0pVkSyrpaB8FGFxBZ065hvwvxIu2QSSFxi8M0po3lrjiLQA8P4WEyCh4YzFeNhESP7RfMnHJz82EHTUP0R2eMirtKamo0wrlsrR1YRBkFe4CEthRQVop1FUWcPE5adTsnAVJUvOYNxp5xMUV2Fii5NhHEoUMlhYw1DpaLqLK2lPltITVmJqxiGtpq+oSjuFGu1WyhjqHaK/rZvu5jbQKqdTK6NuOcH+9l6dTycZEvNp4RourGK4uIJMaSVDxSUKPl3OkOhJJ1JENiQ2PgTEYQHLXvoS6lYtxehHpaI+pkxHgglt7WMZoFw6jckMUV1UTORyYJwgYwb7e/OxQ49R+COvr3+28EzwvGHwE0WFThQY7QCnn3EOFBaTCRPMPvs8UlWj8gMkEL2+Qx8QDYCJMQpWxtnWTmLRNf9AYtES+rSSQZ2XDHSz7/bvs/XbX6Rj01PEOuJER4HGO3EdwdnhYTLa8R146Ddse+y3zD7jNKz6tjJaVkbQCXckhxX3aGu/ewdJa6QoRpTGdDQcYej4MUamomTqAk0mczIveXkClPvLXhErOVgF1O+ppjGxmueE18cxpr+Lo7+8k9SJ4yQD1crgORuIJkhl+tn2y9tIt4gmOVhkiDGejggNnVBagpIKFr38VZQtWEafnFkk41Q62MGBH3+XXT/+Fn1H9uAGe8SS6MHzksPEQyrr4PjGjWy/9zHmLFsFQShHI9KE2Hi+TRFTX3A5o886j74wJXrUZ8thNv3om/Qc2C4cw8TWo431QSxaYqM4l6Z+8yYqqyop15l/LLnHmoyOrEgfpHv/foSNnGCtSBrWzizTcUIdZ3DEqHsifWKNiNOxpBefUXn6eBP9grWat9nBDOFAmp5Dh3Ea85yJ1TZSEAYnVCdD4GNl//j7+wDOy0e4OjqPsW/nZvq0YGk4eky8QVIOabT4KSwpwNqQjBjIZGPVRcQmYlCnDz19Q3T3DdKrXUufTkH8b751yZH3+D9S7uumr19hSPX9g7pw76O9P0NHzzBt3f2c6OnlRHcfxzv66dARelN3Ny3C1XoyHO/sobVrgKYTXfTqCC5jY7IBmseWglSS0mIYEH5DTCbdSfPxw0TxAFu3rWUo3YUzGSQsBUaC51XJZ3v9XaZRfSxZu9gJT4y/jsChpZD0h2FqR5XqHCOiQ+NyxmkLmDK+ghI5BRv1smDuaJJyPoXJYS44byZjRqc5/9yZjKsNmDuthqJgmJJEhpryIto0pueetZSyUktGi+Nstl28ZJg4PsXShVNpOdKIjYZZs1IL22SGiiLH/OkVjCkfZsq4kHnTqwjifumMkf4OMWtyNaVFkWhJM3NiitNX1KjtOMZWxCyaUce8qaOYWBuycvFYxo6yTKhLMX9mJZUlw1SXZUVfEfNmVDG5NsG8yZUEw93UyJnWlEF5UUxSXFfoRGru+BpmjB1NrAWsi8HbPfRIREqDl91IcPk0xmCkN9ZY1QtKrzFGLUZemSEnOzaEUcqGlpSMdklJGYEM37AG3O9uchqQoKhELQJMUamOn85koozrpNPPom6hjvHUzk9CZ1Mse/mbWPLuj7HknR9j1b9fz6r/uIHV//FJ5r7t/cx96wdZ9f4bWPH+a1n0nv9kqeqXv/s6Vr3jQxQsOJt5V/8jK9Vuxb/dwLL3fpLl//Fxlr3/Opa89yMs/vdrWfLvNwi3r7uexe+5nqX/9gnW/OuHKJs2S7TFGggpiSZxQWUlYXE5eIOiEMlZJXQ0ECRT+N2SM+JZK56h4QFsYLDivaK8XA6pH6R4RvX8FY97ljbGGIwxqkkxaslK4gkTyY2fSO2K1ZoyocpHXmPMSbiRvDMixZehhOhP1o5n5VvexuzXvhEzcy69qUIdkUT0bd/Ilm99iUc/9WHW3fRptvzgK6z/4Rd56Kuf4qGvf5XO5nZWX/lSyidOJTaB5lKMiwboOXaQtg2Ps/YH3+X49h1SZClImBT7hlxvF09875sc/M2d2lntxfmjkTxzBuOtr6dphMw/8/WNXL5PkLaelKsvNdotZLQT6z52gKYnHmT9t75B/cOPkFH5AJZsLmRYfA9rpaVOGTxymCe+802OPnw/PfWHGOruRIwoOIwT7dI9U17Lojf+I1Ne9ircmGkM20JSmiU9Tz3B+hs/y/qv3cj+u35MwyN30/Dg3ez52Y959BtfZ+/6TSy/5LK8jAgskRyiM4xwaQOC0hpmXfFqZr3mH7BTppOzSXINTWz62pfZ95ObGdi1k3R7G8O9HQx3tdGzbzub77qTYe2o5qxagzEBhogo3cNg+xGOPXwfhx97VAYkS9rmyAVZXPcJtt16Cx1bNjGs46pIDsZKZt6ZOC00hnqa6di1no0/+h6ub4A4ThAHKRmpLIceuZf6++5iqOmINlBDeGeV12HxoI5PMsKfeDygr3b+A4pSySLmLlzBQEbOs2dAjnU8ocoIU9TUTmLdunVEMpAmNARBoDaiVkOczUQ4GQMbBOIYZKdwzjKqrJT3vu1NfOAdb+aCM+T4szmSJpRZs2gAIXZMGjOKf3/bNUwYU62GEbmM5rN0IRY+YwMSQYJA8apVS7j6yhdQpKYJtYuln97pZHP9/PY394vlQpC7TyWqZCjheEsDpWVVTNUpgzEp1RkFdzIo+mOvVgFOwjDGYINAeBEvI+0i0Z/T/bMxFqtFRibbj9VJQiSb2S+nmtaCNxJMn46gy0sK6Gpr5bSVK+g80UJ1ZZl0IU2XHL0fK7QoTmeHZIczFOpYUeJiaMjS2xsTBmW0dQzQq8Vyd1cnCS24I8kYF+PHOCOdqiiRPuoapbevV044Ai1ijexeygxTwBCB8A9pN37sWCOLF0+nrCSQHHN0dPQxLHpXLpsnh9hLpJ1On59XWtRW604oEG/tcvwtTceZMW0SyaQhp9ODgSFHpzYTzcfb5PASHD1ajz+KzYJw5PBOycWePi9nRKfFWKPY5OtUgrUqMwbwgfzj21nPfC4X5b2/UWWoAff/gVJag1xeWUGYkNJoRV9YXKpGgfTG5IPzDcW70bY1qYEzElBEkk98505e84lv8sYbvss/XP8d3nT9t3mj4tdc911e/ZGv8ZoPfZ03fPi7Ct/mNe//Em+89gu8+7Pf4D3XfYn3ffo7/OO1X+X1H/8Gr7v+m7z++u/yuo99h9dd9z1ee/33eM3HvsWrPvpNrrnu+6r/Pm/4xM3806e/x7YjxxHpoE8k+o1JYI2VYZE6mUj6HmOCpISBBge0rGOgvVPHNCekRDLQEl5XZwcuF6vSCF6R1ztFp14vLJ/2sberBqfeYsEKvwyHUch34IEUjBEeBSUFh/pRqriC5a97E6e98S3YshrRaPJ1qlFT0So5+vRI0ICi+FvkAAAQAElEQVSp1jtP8lPbSM9KGXPaBax4579z5oeuZcYb/okxL3gJo1ecQdX02RRo0odyupW1k1hw8ZWc9473sOpVrydRPpbYBHgl8NMn0op7OGMwQSlzzrmYVW9+O3Pf8nZmvulfmC2nt/Qf3sqSS6+gZNQYXb4OaRWfwe9+RSEYw3N9jDE4Y/PBt1cOEzt62zs4oUmS0eQZv+w05r7sdUx+5ZuZ8io5lVe9iUmvuobxL30dE1/yOmZf9Rpmnnme6EjR2dBCu8LIeDkwThISVpMEW8T4My5k1Xs+yNJ3vo+aCy+lYO4iisdNIKMVecu27TQ8tZbWA0corBrNaS99Oee85U0kdZzqTIh/hEnjZTDExCaHw0KijLqV57H8X9/L0n99D2NecDHl0yZo5XqIjbffwYNf+xoPf/d7rLvzNtpajrDg3LOYc/b5ZJKFRIEkp2ORxv2H2Lt2i4xLljErzqb8vBdRfd5LqDjrUirPPpeiCeNo1FH5rrVPMNQnfZQhcbov6m06xq7HH6d+72EqJi2k8vSLKD1TBtmHNRr7RQvp6elnz7pNHN27H+QFDLHoRl8kG8/VHwvmv1VIonnjmEgUsnz1hUyZuZDqqjIZuy7hTJLUiUhHu+ac7p6djoecjurCIMzbBT+FAhsSynlEsglOwarVBWeu4YyVS1i5ZD6XX3YhZWWFZE2koO6dIaGoorSYM1YvozAREMSiXXxEOYs1BSCdddKZMDbMmzaZFQvnaNgj0lk5QJPAauEyNNhLY1MzxeWF4rsLG+SYpcXbpInzWLniHNFvQe1BFBl1KL1UgRLP/nr6jTHSA4MmKH7+FBYVEoQhVouBMFlCR9cgZdW1TJ+xgLXrdtLRHVMzZhoFRaM4djzNmAkzSJVUs2t3B+s3N7BhW6N2eIaWrpixk+czFBVouFLMWbiUzZuP0NY+SDoy9PYV0NVl1O44uSjgrPNWs3jJMrZs2UesxVd/Jik8AWHJFPYf6aejL2TclLmEqYDIFbDvYAvLVqxilnR/96EujnUEHGwc5tF1+zjY0M+xExl60gVsP9DMui31nOgx9AwH1E6YrjGpZOuuPo42DTJq7EQqakYxKDl390cM50KGcikG4kJ65PiO9xkGFee8jmusI9nSUPJBcgNDEATkk16pNKZorANrMXJQ+Mf4z0gwxmCtHIuVQQhNgEeWiSKKK8opLi3Bw1pNCNRRLi3/p9jEGfqkjBkdezm1c1K+WMhdYHxfhBJGmJOy5YoYUOjNJRl2xdqGlpCNihkSmnLt+y66YDkf+LfX8LmPvZMbPvIOPn/9u/nUx/6Vz33y37j239/Ia64+n1lTx+EyjtxwAblsmZSvgKzw9w0lGUwH+FV0RvceAQHk+YgJtDLp2Leblp1bITOAy09HK2cjxxE7YufQMoOaCRNIlJWr3opPo4t9RyjHi3LOw/C7x+eN8dIYKfM48iASrvPKLZT5vEA8rIfysQ8+jXpxgcOZkMK6SRSOmYwkL5JVlm8Ixph84ORjFBvhNerDqg/jgwbStzOaCKkxE6lZcTozrriKxde8Gb8zWPQPb2f+K9/KDDmpmrkLSVZUgRF/xqi1YuGzSidkaMZoV1m7dDFVC5dRvmINlXJqFStPo2rVGVSvOC2Pu27JGibMWUxSxzQBekRUpPZK/cnX8z0SDE7j4mXkHZAPT5cHlprJk5l1xllMPfNMJpx1LrVnX8S4cy5k7LlKn38WdedcwPizL2HcuZcw5pzzGX/OuUw562ymnXMG4xctgGQKLxIjGQY+eKo0AZBxMiUlFM2YyZQXv4Slb30Hq9/xb5z+rv9gzb99iDX/+j6Wv+mfmCRnlZo4HRLFeflY8edMrOEyGNEdE2KkW5FxJ+1YAoqqKJ2+gOmXvZRlb303Z77r/Zz1zndz0TvexUVvfjPnvO6NOo69jIKqiaItoSUaedxGBmzKvKUsv/RK5l75MmbK0c5+6TXMuvoaZr/8DQrXMO+lr2bxVS9n+UUvpLRsNMjBRkFIxaQJLL/sxSx/ySuZ+6rXM+e1r2feqwX/ah+/iQWveCNLXv46Vl5+NTOWLMQlJHfRbUCOFaR6Sv1lrxGYNZZA41O/fwd7tfvr622h9Yjm03C/eMmRSjhmThqtHUpMwgUEJiSnuwmrfo0Q+F828PlQhsmv4ifUjeLcNauJMzk0ARmjhe6SOdM154YoTiU5c8Vizl6zjGULZgkfnCandebqBSxbOFP5LC43SGVZkjXL57Bm6WzGV1dQU1LEGcsXsHrJHMaMKiHIZeTUYq3kZ5CQvqKFxODgMZqadjMw1M0jOrYe1r2YkxMkbxOcOP3Tb0L2wErBYtk9bxsj2cZIi3envJUMjILfvTz46E5d/B+neyAlR9DNg4/uoKFlSA6oWaGe3fvb5YCcnMAwA1ERBxr62LjzOA+v3c+JroBHnzzAY0/uo0nOyKaKSRYU05+NqT/eTU8mwda9zbo728K9D+3XsWYCFxTRN1zEw+uaeGTdcZo7inly03GlD2jHE4qplBxbhnse3s69TxykuT1gqxzhULqInv5idu/t4mB9P129WhT2B6I1S2+U4PEth3h0QwPHWg0H5LwONPVysGmYddvbWLetnebuBA3tGY4rDAzGxEEhR44P5m1yQWhISm+SiQRICbwOgdP8d8oaAj8nNcGkHniZIrvmNGdx/N5jnSpsUkzYQA0tmUyGzPAwGTmcgQEpoLadyOv53zP32h0P9lO/bRNJG5NN9yMtw8ZOIcAZRyQHpjEkxmFsEs1rsuRE2DDlxfCG11zER//zTbz0RecwZfxYyspLqagoo7I0RVVFgc5Xy1k0czwvf+EaPva+1/O+d72SmTNlWOkT7gwutlpRROSiLDmtoPQSiFFrHMMDXex88AFO7N9JqyZT667tOv7oxfg2uiPL6uhD2kpOu76ELupKJ44nawzeqSL+U7pTQricD78nppFMJIXM5nLEzpGNYm20IrJaEop7MBajH/R4QRvFmPxXKYPxXyOpSN5OOefTvjBffjKh9O+9Kha4lyQIP/nHnfwajNG4yWjGNsSFCWIZABeIHwK1URkG/6KcfzGOWMH5oEnly2N1kJV8nLM+q6mqWDh9wzyc8ThUJhiRjFw7f/xxeN59/ak431wF3pGJe6XAsxIb0WgS5DwPTmnUvZe7Z895HtST+nRGaZHg1PlIOhCkFVsKTnXKSflAcHGsccmPjy8PiL0c1AdyBqRktEorsSVahBSW5OXl5SFRKDIKJ2n3csDg5aRCrPKB+jHo0cd6CcQQCW8sRxYUlRGUlhFKj21RKQQFOB1rOIE7YqGIiUVbJN6w4kntkOnE868yF0a4MEYdMVIWEgeCU51xRr15uQRENkVsEyDanC81VkmrshCneZZvG6C+LM7jlo7iiYBTkVJ/6vXAPozABOJj+kyt4HUPd6L5MMMy5tb2iR8fIqZPGE1pyuCiYVEUEXodVJ9WNHjVymgBG8cRVo5hyeI51B/ay6at2/B0pozhsvPOoqq4gMIw4Pw1p3Hp+aezcukCjZjJ76RecsnZXHDuGcIdCwdMrKvliovP4ooXnsPMGZOoqi7nRRedx6uuuFg7pgkUmCFGVYTMnTVDbYzoVDvR09PZTsORAxQXlzB6dB2o1vHMxzwz83tp/5t8sea51biFQYAxRvM9J4HGGP3EsZEeqExxv+7Ocn58PJzGI6sypzHKaHcTazziGNLpHFnZkIwE5MuMdpE54czESY1RERnhDCSPOBtr8a0Gah9L/5wW9DElxJIOErAzTrYvhz+5844rkm44jVdaxtA40Smz4HSNko4smWyI7wvx4AzkNEcyxOS048xGTrYsxNMRSy8zuQIyuRIyAhxyWXIqi2wx2bCMIe1S09LbHF4PC0jo6DahekQPxuTVF/FjfD9iNhKf6DHG4G2BQT/GEqsuJ6dujM8bQfz+a2MBJTVYLhmCdDwMLMVFRRjFYTKhIkMQxAz1diFp0tpQrwv0djJdx/npt75Kf2enupLwAMmZvkxWl4wSgvKRVkSh8IfZNAum1fDJj7xdDmKI66/7Jq97++d51ds/x6ve8Uk+8NnvUt86QCQhGRtKWDAcO5DXPX3ZLD5/7Vu49JzFhFlNBh0PGDFEbMg5gzemiIJIZ7CJMMnEaVPo6WyltbVRxVkaD+5SbY5+XRj7f3HCSSBJGe2cnK7LRhJxSIQGRopQUlGN8wJVXhqNj9BjzIhQW1pb+cGPbuWjn/kGn/3yzTz0xFp+9otf8bXv3soTG/eT9mKQvvp2Tr0a5fXinJB4xVLkDZ3IVm08MohK+XqnOvDQUT6Vx6FCX5KHNyeLlYmNYJQX1XncVqOkgdTXCVsOo3rjwIf8R2fbYiGPHSFWU8FYEPfrt+zkM1/6BoPSbqFWbV4a+HaGHEg6sRjxd2+o1vhjJGHK961aFfnXp3BeAVTnMwMDQ/zynnv50a2/5se3P8RvH36CBx55nNt/cY9Wek/R2jaIE1FOVKM2RuOZp4uRLziMMfp6bIgc87sQW6VVhh61k0XnSH0T9973W55Yu5aHH13PsfouMsNW7Uf4MdJDJ148RqNmvsbHsSBOydPnrXjwddbEGp8sOcV4GjVIkdqDwdiAAKudRwyi3RmExYkmq1rFNiayEafweofWeLSZH//kHu6+7ylNSsE5BK9xRI8QGGFEjsyIH6u8hAkmFj7o7hnkrnsf5vuSZbeMmjGB+rOM1AoM33+sbw4jPH7crRFRelWAR8effTywxcOjto5Qpxkxs+fOZdy4SYzW4jHihMjqA5dk+pQplBfFAh1Cw6G5C7EWZ3Euh9W8TSZTWKGsLC1m2eKF3P3ggzzw1DqGZKi8Ps2dNZ2Zkycy0NvLh6+7gXf+x3Xc+LVv5+X9Oenju5T/zI3fxiW0itWOZ8uuA/zze6/nHf9xPQ89tp4duw/wrg9cx1t1t/yg5mEidNRWlTN7zkyc7RY9xyksLKS0tJppk2czaeJsOU+L8QZb8hthNOZPPZHmTS6bxeuM1xNjlJL9iMRnNhOTHXa4nEIsubthjBbjRvM81hiGQYAa4pQOTIgxhtAkCaKk4AyBaDDGqFxyI0ckHL5NRhsAP4+87ZQvxFpLqF3H/IVzcXK6OTeEkyMBi4+KtIguLyth2pTJxGorU01Wdm1YTk09ynGobxcLNsYEliCRAk8PCfUdqr6QXMZJlxP4cXXSqtAGJLX7CSnECVcoORTJwSWks6H4sQYihZxoTuvuKitCIylZbAxRHBOoH8fIj3dMsWx5TnoRST5WjX29NRb/OP95RtCRXY5ADqlAd0RGtZEUvr+zi0gTkGSBJlYCJ4Jyumh1Pd1UVFbSrHPqo089yeUXX0h2oIdD+3ZKSMOYmPxky2nArIh0ko4jzcqFk/m3f30NP7j1Vm77zeMcOtGvXUoBYUGhjIa2pDtaePe1X+Y36/fy3hu+zSv/5VO87K3X87I3fpw3vvNGvvTtu7j6MToJxwAAEABJREFUJefx2tddiov7SCYTBBJQGDgJUpKRMLJyUvt37SEsK2Lq3DmMHT2Z4b6MjhU0ABJyT2Mz8mDkBaLL2UiDMtjZI4FnkX8iSKUoHV2LM1aGyGCcAb2cfJzkUTtmDJdedhlHm3u0le1g8ZLFXHnpC1i6eBnf+N7tfPJLN5MxGgitCh0RTopgJDt82sR5nCaP1KfBiS7j8QveaNBUoJxBzZSMwIg2tTcK3pH6cYCsGjpMrJaiyXh8AnWoWErqCNRWOAx4kByx8qoVUiNYI76cKtQ032KydolnnXE6yYTaqVwt8TD4VpKRiQNhNILVK2VymnBOdbFQatBV6DtXH0JoJDtEg/SSIhmDs886gz2HW/nF/euZPnMOZ5y2igvPP4cJkyby3R/+jI9+6mu0tvcLm8eo4HFKVirQK0pMLFqcAhhj9BFVRnAy+PjHxUSCefCxLTy+YSvnnnsOa1adzvRp07jljtvlZIc8NWprPTTCgPN0Op91SqMyo2CJVZ4vVk4i8h2BOEcYRAz4/tEjOH1V77/CocipgcWAaMkHkF6qRMbP18XaKYzRsVX3YJYtew4gzRCEf43wCE5yc+r86S5U5awKkFzFb5mOH0dXj+bhxzaQi1SuV9JRjxFGMnCC821dnl6HMcIrHKdeeyrxZ+NT7XwcUqr7kr2792iODtDb1aq53gv+NxPlbCdMnEpdTTHFYYZQizkZEgpkOBM2QPZIcDFJ6cv5Z5+uk4teDh5tY/e+BhqbT4i+EZhzTl9BUcpSXlVFWFiOTZXRO5wl1o42VTqaRLIQMYhRf4HmfHF5FcmSCqIwSc6kCIpLKa2oIZUMibIDzJgyg8ryGkycxuhua0i7u9KyFG0drTQ3NxKmQuGLGRn4SGn0eF4VPcubk3G1J8fGnQLTQEnCeRSBdXnVcJoToU1K+kYjgWxnpNOcCG9rvFyymYzSYPQjRZO8jMYxS0aLd1+WED82CAlQkPy8AU+J38AY9RNJrjBj0lgu0Dw9e8USZkwczQwdmaZcmrNXLmb1wqnMmThKu8zVTB1XxgsvWM0qHXvG2uVk5ShjayUP6bj4cVpQFsiu+01GKhl6ogiTlkDJQAuJQLEVj6HGLtY8c9I/KzsQKJ/TsWgkXc7JsWTlYBLaJQUKRnoe2BArXbToUXsjeNSvVYjVrzEGq2CsIRFYVCxROP7wsaIUdIRRUjMWhNRol+KGcmT7hqjQJMgJSZgzmN5u2vfvobB2LKtf8Sp6ByL2yAgcrz9K9ejROHHihD0SsZ5wTwTazdRWJPinN15BgYk4Wt/A6NoKpk0sZ0xFQJHgkyYgGRaSG3Rs27SV+TMnM3vKBJBTS0cFOleNufuhbdz4jds4+6xlXHjuCtBAWDHlMIhLvFoUpAoYM2YCx/bW03K8h9Gz5pCqrWP0zFnEuTQdhw6RyAyqRUxheblwOHLpAQgtxlgSOm4p9nxIqIhnDPnH5b9gjMNKmCUlxVRWluFH0Ir2gmTAokXTGDthIrsPNtE1kBGwIxJ8LBqVweQpFJVeq/1goe7zQU7AoHp9rC/zHwW9fhVpVIOxOCMMCijt8frYK4qP/UpFmoAxMYJSUGN90dRwCjF6jGoM+VKnr1Ma/zh0/l7FGcsWkJDyWcEbLEb9OI2XSEUg+UlhyBH5nBXNzgrK4h9Ph7Dn1QgMxiinRlZyLdM95NhxY30rEokEhckU5cUJ5k6t4x/f9DIiGZXrbvgOzS0DOLXDgA95nOojn5EcEW8gpKBqDySulPU0ZrVCffDJrboILiBZUEAQhIwfN4rLLrtQzRwmj0eU+3H1rX1zj88v6/N8OqGW8fD9iH+s50s85POIT/WlRYAhUmtfB06ycPo6laDHy82X+rx3eE4rRxXT0NTJgSPNGOlNUgZm7LgxJHVnYozx1QoWz3ccO6UhFl0+76stcR67dzjeeIyuqdY8SY3wYyy+/zwWpY0fqNgI/iR9Pp/H+H/yCRg3eRmTZixlaCjDQH8v8gBgBsimD1GiObRg0TytmboIo2GCMMobGCv5W8kwtJJXdpAVOoZ76onHcFHE8OAQa59aj+fPSZ7LZDRHjaqUYU6DDTlQ38w73/sxmk90ScIQyX44yTLQKIQmUN/i24Tc+otf84Vv/ZAhh4QmOWUGSCZyLF+xmHj4KNFAC35uxpJha2sbLihh4dLTsEFSfRv0wWD5c49f7UcyvJFoN8bknQyKPX+KiDVuTuhija+o0GlNLJicB8GoLKe2scbCJnRiJP2LFTx8pMW6mmpeIRyQPgmXk+Pyux8jIB9CHcOLBQFFRNqJhJJZEGd4oY4q/S9w5CT3xsYGmo4f51hjo5xuMxOl+1WlhZQUJgiMQ+ThjMUEVuw6BSNnKHxyEkPpYTK6+/P8+aBuiURjTsEfLfodlxOGQR2/9uvy32oOB0EgmiNSiYToV61wW/Eaa0PghNPrf0784SCW3KSwhGGAESG+DjEeqdypD+sLRdEzX/n4AJdIUTJ5EoPeCGmnkKipIqlVS1xUQFp8WHVqdLF4ZP2TuJyleupcVrzyGla99g3MOfdiyivr1K/weNjAgDrzxBWEMS9/yYXU6tKxsCDFsnlz+Nr1b+PL17+dmz7xr1x80dlkbSChRNrRlPP2N1zJNVedw0ff/Sr+6XVXUJaK8YoduQTbdtSzft023nLN5YyuLsILICsheI9tjMELvXLcOGafuYaFl76Q0XPnM27qbFKFxeQ6T9B79Aia7xK4obyqnGIdS1brGKKgpEBjbkiNGoMpLZXgPP3CJ4HqZeRxKlfKKWYkoJ0DUmpnAtq6h2huamZUcSGVRQnQBWFvb4b1W3azde8htuw9Sod2a7FQDA4NsmPfYdZuPciJzl627z/MQ+s3s7e+hbQG0sU5/ED29mXZsfMIu/cepqm1V5em+9l3oJH+QcOevcfZK8e7Y/9eOnXk4Q14VseiR442CV8DXf05Dh0+xqYt+xmSz+3pizhwuI29h45wUIrbl8lItSN6+3o4VN/KnvoTOiLN6uzY0djazfbdR9l36DhtXb2STYxXnta2XvbVt+lytpeO7h72HzjEnkON9A1rEkqTnSDFnl7Jx+QjScoRSQFjpYzXLV9OmK+sLiviisvOo7Wjl3u0g8po5X+8vYtD2n32DcUcPdZEfcNxtIj0OpxvI8VSDMbjEC7jAox0s7S4hPseeIrv3voIrb1DZDQxZkyfQpl2/iKeoeGIhuZOmhvb6O4dFE0IZ0YycHmZt7Z3c1x892jiHWs9QcuJTlra+mjpHEIHBsTC19XTy3HJoGdQ7TROfYPDHO8cZiAd0d3Xx9GmVk5095OTA/S7m6YTHXzvR7/QgqqX1vYOXTZniaQ/aiqesrScaKOxpZV+7QicjYhdBu9c2/3f4DR30NmdJqvVRoxBdkX1Tu1jrLWKI9WB/9ud1tZOOnuG8sYw1uoVPcYYff9PX+EIKpi9+DxmLlhFbe0cCopHi44ehnt34rI9LFu2isryAlzUT0YGU2IS/6Izcjg5kxXLFjGuro41Z5zBu/7xGv7tn9/I4nk6UhOgU6goL+Pcs9eIUJdvN5xDssySMwktAZzKjQx8RGZomNywdhmSrUTCgNK9A1nJIcCaLFo9s2zRQqbPGEd76xbt5urVNkWYrGBM3XyWrLiM2nEzcGo/glXVf8GbSIQYawiCUG3dM0IMeJpj/HioQuORo6S0mAmyKRO0CBs7pk4L13KSydCDYsNQIcg7A2OM6DbE8QhOo/nj53xOhjrrjwhVHyn2ZQ6bv0964KFHWbthM/sPHWX91l3Sqy7Z7SL2ap7vPdzIjv1H2XWwkYee2savfvs4W7btE351Lf0MZScDOOkYTH5x6J2jVEukO8HF+dhJP1GhM5ZYNECsH4h8XjLIqt4BCTmlnOjzjsUIwi82hCSPw6jO4xEoXjZGDSRCtdIrnL4O9eHLPYwx0jN+91gTS2AmoHrGDIKyYgI/CIVJCiuKGVVeqW17CcPWYeRkuvbspP/YUVAPjpwUIqvyHPnVed4RkScqlrI5GaAJYyu58IzF+PShY8c1MXvYc6BJ3vw4P9RdTHdvOyUFkNL5b01tLfXaznfJYPRp0l909iLe/65XECCLSigjk2LrtsNUFIUsWyjl0uRzoslakYPBGKN+DJFNkA2SxDJW2UCC1URv27KecKAzD2O1om7cvp0jWzbSvHsfgwPD9Ktt6aRp6IwAYUEfnu0xKnTOgY7QrPDv3bOf2371G274r++wctli0ft6DbrFCcHP77ibIwcP6px8Ai0d3Xzwui/QpxViMpHkwKEWPq02u/YdYNy40cycMo1vffdW7nlADl80N57o5svf+jElFeVynjV883u3yTCGHD5ykNuE9ze/fZDx4+s04EV87BNf4dCxNkJdarZ09HHt57/Jz+97jKSOMw4cque4DOVXvvEDtunoZdzYMeyUc/zMTd+jX8tLY5O6z3mUG7/2Y91/pdiyfS9f/up3KJMelFdU8KVv/JhH1u0SP0m8AfjiV3/EN7/zCwZkIMqrK9m9v4FPf+F79A6mEcuCc+ATSnlZGaWdJp2yoEmnl9hY6QwgxztlTBVhgWPf0QYGZY0OaWJ9+Lov88Bjm2XgMtz+819xor0dPymdx6VmTjlFwhPjDX+BdPN1L7uQmTMncOfdD/FvH/win//K7TQ2dkgmjqF0ms/819fYsWMvxaXF/OS2e7n1rgdxoiOjyXrLz+6l6Xg3ad0JfPlrP6KppY9HHlnPZk3oD1z3X3T1DoPk5Pn/+Ge+yt33P6nuA7bvOcKHrv08t95xH319w6Szjq9+88f84j6NoU4ZhoWv8UQvGV0sp71XlSfK6Yy/+XgLO3fuFw44cLCBGz79dTra01j1cfMtd/Ljn95OqiDJY09t5sav/1TjHojXgAhxLj2NjaThDN/58W26n/sZQeD4zWPr+OzXbiajUwWPOK+jPvF/ENSVegwUktrBNtPV00luqA2TbSURd+iQopXR0oGzTl9JnGnDRhmNqcZEc9L3n0wEvPJlV3HnXffw3R/dxo/vuJNbfv4L0f0zHnlivShLIE3g9JXLKSkMNLoRxhgihVw20j1IVsY7pzEMxaPqVR7p9MVYSxzH+DkYSqZRpp2iRJbLLrqQMO7BDfaR0jGViXsxDNF2op0BOS80JpgRPOpcr1UwCn/8jWNPk8UvevN9CjQIfDsn3EZ2a4SH6vIKli6Yz/zZM6kbPYrRWvCOra1mwexZ2iEu1Y59jMjNIcJJqH2sHZETL4HwGcnLyp7KcGIs4jcgVML3k9XJjp8sfqHaq0VV52CO4z3DPKUFbCwnI1XQNMri5MjiPM6IYS0Guvv66e7vkTN3BEkr1JF6Ar9jy2lHlM1K39S5MUblTiEWaRHWKkmc5w3pmF7hyOFUJuL1Oow69bKIZQOdaM/6XxRTs7yDUx5B+2CFzOL7dsIREYneSDRGotUKh8etZv/ttZ4m66B0wjSK65TLIEkAABAASURBVCaK/xxRRycN6zew+8HHtDLxxIeEQl6YHebouifEmRgUL7HxHBic0upDTDky6QzWhGIhx7y5U0gGlkAAxakEk8eOQv6ONm3JZ0ydxEVnLmT6lHEUyyu19fTQqBXohq37uOWnd3Dbz+/j8OHDug8YR6ytaUlpkVZGw3mFnTdrIoF6QHRrNED9O/9BQpXiJZ3F84XKs+3NHHj8YawMREJnp7U6wnMy1oUy4JUlZZKdIS4rpWbOPKEzvgn+8e2NT+SDUsLpsIIHa0OMnOg4HcFUlJbTppV9OpulorKY2MQYhVe84gquvvIyCnRMVVxQRI92TMMygMlEgulTp2q1WcrcGdOpKipgrHak1TWjaNLK3GC1KzqIpjdjxo+iZnS5cEK/FOySC8/WXdrFvPlNL8/LrLS8ioG0oaOrD5HHVB11loq3ubOmMn5MBa+8+gX5/3vlzToee+HFZ1CkI63qmjraO/oZ1DFMaUkRCxdoIUJM6GDhnBm89x3/yOTxNVRoB5MoLOOQLuO9LCZMGkPNmFGMHTuBcXVjNOkqWaIV8NGmFnp7+5FUFIyCXo23vvnXeanKEAQaMV+gbhR5OCM5Wq0BStAcwaqT5YtnQxBQO7aaGdMn885/eTNja0dj0OMb+iB8iF4UOx8bJyNQyvve/mre+85XSZ/Ga2d4hM984cfUN3UIf4J/eMMrueCC0ygvL6FcO+Ht++qJ5Cgaj7WzbftB5s6fxoQJo0jqgri7u5uXXn0Jc2dPJaddsBF+q+PM2toaKqtrcNaIRMvCRTMIU0VMmTqRceNqmD55HDPnzmbzlj0izUh+ZSRklOvkdCeNraNQss/JCBWrj9mzp1M7uoYzz1xJj/8vGrRY8zyee+7pvPLlV1JRVcqUmdPYfahBC4Fh/OO0EHLi2b9Wsjr/vLN4xcuvYpSO8qZJj/YeaKCvP+tB/0bB6CQ4IJUoFy0rsalCsplO/B2SGCc71EJf81YuPW85cydVUEAvqSBDMgFJHdcuX7KAivJinnhyE826JzzaNsiR1gEON3bx2LqtZGWcZCmpq6rgnNNXoxMmydXlx9paQ0EiSSIMPQhWc8YqjcpD8e6NeqC5nnAD+HDhOSsZXw2Nux8jNP3aLfbKSXYTybGV14yjVkf5GjiM8VJ2/O7x+d/l/jDlDbiT87PG5tta62OJQGPhW/rymsoKZk2biihFy2DKilJU6aSlqrSE3o52Ok40M2m8dEP3mnlbGFi8XljhsuInkL4b3etY4UxY4ZdOZ3QsF6uDQP0G1mAD2aj8wAf6Ki0+nOqyUYyEhn8CDyMHmgwNfneqD0EITrBIdl73/I7LZz08EoMxRkkl9LXWyH7nCIMAJYglu5ycWyC8gRWAcOdjgXs9DK2Vr4hBdDs5JyOEHp1PCyRfHquNtYGccCgyjcgI/BAq2HwQkN48tDoYea3/bSB/5IOMz/ilq/IryoGGI0RdXZTWjaZu6WxsYUqTM5ZJiWjZuJauvbtFjCPQhEWlYHEmwgmn815SlOmlZlS5SvRqN1Ero3vReasYO6qAokLDgrkzWL5gCkvnjOW8lVP44L+8lHOXTOPc1Yt56z+8khdfdoGO9NYwfeJYUibL8iXTGSeD6J3naClxoTTfqEejTiUbpSDyGXXnhWTkFBJakR57/HHixhbRasmqsf8HOMcvXkjd/DkMauADG1IxfhLlEyeqpVU49QrxqaSPxZDxsUImI4ccQkVlOeefuUr3Wmt4+PEneWrzPnBWsolJ61jssS3beejRJ+mQw7KBlZTUOP/m8BeiNo9TiFSW044hjh2+j6WirURHp4e0BW/QHUQY5Jg9axImNsJhOaCjsocffYKGhkaMmDdSGuNbSjkCKUBZaZHPeb2SKAzYBLv21Ov8foNokVGxwuMQrWhcrfa6AVrgYxIBvTpX9v/e2KZtBxgYjHCGPC5FJGQYSsqSaLQVVG4cYUL8Gl8rdB4nv/8EQQDWEos2Q4zN8xgg7eFE7wAD/cMyqmUUFQRo7ufxFWmHYAQX2pz6iTDSKXWlGLwM0GPyck4woJVjOh1TkoKzl0zhw+95FZdfeTrN3Z386n4tnmwgR1RK/ZFGNm3dzYmOLpw1eL5G11ZSLR1tbemit2cgfzQ0Zep4vHEwxmoxUUig2Ih2qY76FisEGN+/vla4i4uLlYpV4kYmsxZEeeSiGU1Uj0ts4yexsTFl5aUUaj6hQo8n0Aotq1WjBoo66Xc2k2OLFmX7Dx3BhgnhNgrkew1lWKwnnIgJctS5TJZN2tUe3F9PIB2IRMXf8s3bBZnZwpI5TJp1DsVV0yExjrBkHNZmGGjfRZg+wStffB5jKxwJM0gYp6nQYFx20bkcPVxPf9+ASJLMZNxC6UkqmeJ4czOdGgcjGSTDgMtfcAE1FcWEZMWnZCkeIzlvPx9yUopIsnQWQsEivZBSCC4SfB+zJo/hqhdfSMuRdTq5a6asqoZE8VhIjKWoZB51E1djwjKMtaLDKLh8GPkq+SfeUBbd2FNtwBifJi9rb2xDyXyK7IbTXC+Vzs6YMomF8+Ywa8YUpk+ayLw5s6gbNZp63V+Prqlh9KhR5LRjN+rcCpeTfsTaWRrp14g+OC3OMnn8SGOs5BPnMuSGB7E6Ag2c5KPYqJ0NPD+xFglDAs2Ayp1Og6xNis6QRFggmwdWTssopBIJvG12SuNlqP5j2RxjDFZ8CAHJMMSIFoshlLz8fA9V5h1pWXFRvizKRQiRIHzkRKuFfA49YkzfQPhiP2Y+6/tSmTFGX4cV3hFwNxKp9NTrfN/WIfUWUinB6MVLceU12to5nFYoqdIyslpJjpo4DhdEUgBHQU8XB++/B9JZIRScUXBg5HRMDFkpUM5kiMV4MihAVaqLSSVDBgd72K7JNnXiZLq7OhnShJozb5IGqoxi7RSO6ThjWMtloZFwDAVBwAVnr+TCs5fR0TrI7n1H8jsHpCiBmE6kEpoEAYGYdaLGYPN9xcpHWnUM1u+k6YnHNaUsToKomzpNq7gk9U+uo/uIcPUPkA4CJq46D1tcCt6pSvONQ4+nQlH+dRqDOM9LJKF5ZxNEgco0cDLnL7vibCaOq+OndzzIoI5NeoZyfPzz32HXrgZOX7OKyRMnkLChMPlBgTg2UpgkNghUllOArFaMVgrolGtsaWHytOmCs5JLEe9/x5uYMLoKrOHGr93Kz+95jNNWrmTurGlSEpdXPDXDqR7JwYkG4yQLLAPaCX3g+m+yTbuCFSuWMHXqBEFYRIVkJZRxDFKeRGD49W/W8dHPfodROj49TQuRcjkfI70QsGD0lXJ5hXWSL55QtTXSCiPejHH44nw5hljyl9SINOGcnyxWOWfwRi6Hk+mBe36zQQSkufCcZXilV3V+LBMmAK9MKnBC6jVtWH3H6sOpXD35HkDyapYz2a77NGMsGhr8Mc45y+ZTUVFKoLvR7u4BPvK5b7Fh2yEZiOlMHldHQnIxROTE94IFc3VfdoBjuhh+6+tfwuQJNapxef216iuQXByBenL5cis98v3n1FmkoyEnHCZOiBYDoi8nY+HEXwwE0lM8XWInUj7y/UpWSo68DrzDSiQEILhv/fAuvvTN27Rbq2P+nGkY8eyH1MhwgCGjPo3g0lnD1wR70zd+wgTdWSyYN91XI7VSz0LKX/t4qn/X3hgD4smYABeXkI0MRnPEpgeIsoM6yhqgu/M486ZXct6SKkYV9LJw9lhu/Ni7WTxzCkvnzebaD/+HZD46T1esk45zz1zBu//1bYypHSVcgYJh0tjRfP66D3Pu6auIdUzlJEMjWeE0SpJvRgtHJ1nIHmsMwMhZFQX9jC4a0mJ2BiW2n8HeBiIZ7v6OQQpSFTjNekwRuEL1gR6n4F+jj0FsYZT6U6+VrL1TtEFAKFkEosXFOazSqqJau9OSVJJSjd+EujFagI+mtKQMkU2pduPTp02RbauiSgvXlpZG8VwrnQzRpCVMhCyZN4tLz19NRVFCO9EEp69YzItecDZlxQVkdeJSVZ7kyhecyT+/7krdrV/MinkzSNqIhDq3muNlqZjLzlvGG195ifCcTq2c+gXnLaG0NODMNcsoSRpqyot07ZLUKUI1Beq6MGG0G7V4ugvDgAqdklSov7KiFKMryjR+M6hWm4TJIV9EUvBrVi5jzvRJTB5bKzotRXJuJUWFlJYUkggspXJWBakU02RfLfoxIdYGGGOI9aNBwI9pYA1BGGADg8GX6pNP+RiMMWqNIZSgfSpRVc2MCy4klyykvEyC1RHdQGsHna1dlFbUkJNCBlrNDe7Zlf8/kcgMygM7YfDIY8VOiRhPg0fZ1tHtkxog9REmSInonE3QMzhAUVGJtvM7ue+hbTzwVD3fuFln8Vl0/NVB05EGsnJMm7bslNHIUFhVyNGWBl0aD3D/k9sV9+R3coNSXv/PshgxatHju5emGW8oB/rYfvut2LZWvABSoyro7u/DDg1RIAM5IIcYy4kGkyZTPWcOqK3XUm9MhEmvURh5neqMuBvSRfbGjVs53tLOiePNrN+0nb7hNGUpeMH5y1R2nO985zbau/pBwg2SVncQvRxtOCwF69el40EOHD3Gzn17dCbfruOwo+Izpwvudl3GdtF6vF0X1X30Cud9Dz/FN2+5i89/5cf852e+zS/vX5uXZZ9W/iVlBbokT7NT90L9A/3sPXiEwzr2OaBjm872Nu2gDtOfSeN3jEOZSAuBfmoqKvAX8ft37SOtS/j6o02602snp4keBBb/GzknWpsoKwoZVVkkA32CtrYTnOhs43BjK0ebTnCsqZGm5hYGJcOMxqdedz79/UO06ahRasGIECUsCczJOh7TneDe/XsYHOxn44Zt9PYMKp2mqek4N998B/WH9/CON17F4tmTpFsRjcfbyAz309XVQeRi0W8YzDhu/OLNfPDDn6VT7YVWQ+UV3RJhSMs4/eyuX7HrUBOxSSgYNu/ZrckScNXFZ9F+oofW1j4WLZxNLLqOie+hviydXYM0Nrfz6GMb2bijgXse3sqPbrufHVsPavJAQYGVOqQ5XH9ca68sjcdbOdHaTkvzcQY1Pj1qnxly9Ghn5RdhfuXYfqKbdHowv9AyMmISSH5sh7Xr6ezq4bjk2K870rRWyZGMbLuOWju7B2mTvgxpB7F99yFmz59JeVUZBw4eze8u/C+WdPdlaG3rZqB3iJ6BAR3/9use6hDLl6/UxXmJaGxhaMBJtkO6Ex0U/S4ffP9/PsQC8UHj5o2AZKoCvb4sh5Me50NYQCJVSpTr1Yq9jXR/J1ZHMi7bTWvDDqaOCVk9WxOh+zBf+tKN/OfHP8d/fPSTuhv9Hsc1B3Oal1nN0w07dvOdW27jg5+4kQ9/8gu8/7rP8u/XforPfOXb0uOjOH//a6z6DchKBwItCoSVhGiLtPsKzDAVBX1MKO9j1ewS6kq6Gew+QBDkyMhZ9LQdoaf7kFQxJ06KFIegtihH/jH570jW8+j5HimPvJ2sAAAQAElEQVT6w6/XQQ/npDfOSKZqakyQl621AX533NvfT1ZykJjy5Tv27uFnd9zF5k07kDJSVVZKTXkBRGlSyYDAWskwq5DjjNNX8NpXXCmDniBlslxy/ipee9WljCotYOH0sXzqg+/mkgvOZtzoap0mzeJf33qNHNa5csj9LJ4zno+r/ppXXMX0CRM4a80q5s6cSmEA5QWWwjBizRmrmDRlPEuWzGPKhNH4+75VOma/4Jw1nH/WatZogTpn2iSWL1zEzEmTmD11CuN1B7ZAR8AvOE/9VlcwuqxE/iFHvU7Fli+cq0XDcvzR/tSJ4zlz9QpOW76UuTNmsGD2bKaKjtUrV1On3XuseRkpeNl5OeaUzmmT4rxtlsiNnNIfytvnLX6wBACGKEhRt+o0gvHjGezso+fwMeLufkbX1pE2AbYgAaRJRkM0PnQ/Lf7XOeUU/KoZR37CWw2cRbBSqoOHjuKHHHlboxXzxPET2HXgMLf+4h7Wb93Lk1uP6IJuN4cOt2gC1lMh5osKizmgc+ZfP7CJw4eb8PkNG7Yy2J8mPRjz0OM7dU5fj8uFUtIQK4UNDRitqjAReTr6u9h16/fJHDiEpyWZCikV7prqKtq0UnHaZ/kdXKawnDmXXU5QrhWVNEpohIiTTz53Mi3mpJRpGaKqijI+9J5/4APvvoZR1aUMp7NY8XbOaUtU/gZOWzpPKwh49z+9ipnjR9Hb2c25Wq184F1vJtJlYqwBmTFxDO952xu0WzNEcvLduoN5xVUXaKewQs6sl2NyLktkQK95xeW88dVXcsZpK/nVrx+gvvEE7/yXa1gydzJHDu1jpu4t3v/uf6SyJEFOR22FQcy/vumlWukU6wI6Q6AJ7X8F9H1vfw0Jm6XhWKOOGJfxxte9hHZdUhNarIxEUgIMNP4vv+oyXnjB6WzfsROXGeYdb3lV/kikW3eKfTrCffFFpzNv6li6O3rok8OPcsNc88rLyGQGyMrxIRmh8RAqBoeGaZDzvfi803jTNZeT1ErrkI5w6o8ekoNoZfnieXz4ff/E+afNIynlHBweyh/lXPXiC8hmh9Q+jZX3SQWWM1cv5eLzzqJICxqjnZ82WxiNt5VLGju6kmtedZVo6mDH9t08/Nj6vCz+/W2vpaY6wZRptbzxNZdytH4/hw4e4eILV7N06TS2b9ulY6M+6jQBF82exvL5M6ioLNPC6Gcc1BHvqFGV/NMbX8GBfftZt2GzxnmISy8+hzE1FaL/hHg7yvnnrBCtA3T3dtLY1EptdQmrtLM8dLCBIs2VK684V8c1u9mkvo7WH2PCuCrdN4yRXmt3njHs0oLi/HMWEGf6Geob5vWvukzpXnbt2CvjMJ6XX3ke69avY/+RI7qna5N+LGb3ru2kCkNeK9jOjmaN1R6mTh7DFS86m3VPPqb7wXaMMXhDcFJ5/0xkVG8VfKwo//pZ6yRjaYUWbU6zyBqL06nAgO6CThxtoauti8G+NN1tTfS0NlCRcCybXsa8SZa+7qPsP1rPnmOd7DjUSteA0TmCaNJitFHttuw7zLZDzWzc3aD4ODs1/3fub+B4Zy94OyNj7/XSauylwurX5hcFLh6myPYyqSLL7FrHwimlpDInOLp3E1npWySD53dxBakxWDtOuIpBx74jRog/eOI/yP/3bBTl1NTJrkVaOEaaq05ABhRFOZVlc0SazyYIqJBtUaUW2gX4E5E67ZiKCpJUlZZQWpjM67immgdRMPkdV8oXyHYY8RvYkGQo1GI4KXxXX3GpFlXF3HjTV/jcTd/ga1//Nj/83nfZu3s7JcUFvOiSC5g4qoIvf/Er/OcN/8VHP30jO6Sre3cfZvb0WRzTEfX+ww0cqG/kmBaRjVoc7pPt3X/oMAc0D5tUdrThGAcP1eN/bdw71eNagO7Yt5vG1mb84r1RbVo1XicU5i5aLPvTyNHGJo4pFKQKGNTiyP/a+eHDhzSXOqivP0S3FvqlJaXiEay10kWfdEoHShsC7ZCiOPKM4h9vMnx8Ktj4ZCo2RgooI181ilmXXEKmpAQjAWV1mT5woo1qHQ3UzZmJiW1+jFO5frbe9iNat6wDeXcTG0JtXasqK0gmkuo45LCEcrShU2YjJmfA31PUjp2ki/pxLJq/iImaSGeefjpjR5dw+qp52iW0cstPf8GGzTsJUoYLLlpNTVUJLzj3fKaOK2PK+GL2797Pg09uJjZWg2rllBypZMLriBQ3jUn3cvCuH9O+9mHthMCmyqhbtIDBKEu7zq5zUtxQu7U4LGLUwmXULFiqthb5UcCQf/KRUXk+h0SDd3aVVcUskqNYvXg8S+dPZonuwWoqKjA6HihOJVk+fyqrls+grraM8bqbuED3S3OmT6W8qIj50ydy3poVeSeyeskCrU7mskRb8AK1mzFjMmesnsdZq+czYUwNBToefesrLmHZzDrmTB/N6iWzZOyqKJVy146q4IIzV7Nk6WLqlJ43fRwvvOhMZs2YwPLFMznn9IWsWbmIitJiAhMrOBbMmqgt/RoWzp9JVVkBk+qq6e/vpbqign4p1ZiaMgIL5SUFXHT26Zwr/FPk7CbXVXDVC89j2eI5WkXN4jI5q4t1xDBx/BiqKsq1ylrBxTLKq5fNI6XjUwmCWB8HorWYM09bzhUXnsGLz1vBCy88k2Vy1gvmzmTFssUsnD+L6tKUZByDxrK0uJjzTl/OlTqyOPf0lVp9lmKFKyHvc9qquVx0wWqKkoGcFHllNgbVx5rwKebpOOGMlUtYvGgu5529iqtF8+TRFeLJkJCzPW/1Al580TksmDuLqRNH88qXXCB8a+hqb+bd//xSLj13ARecMZerX3QuFVWVcj7ZEbnNnsirXvoCzl6zWqvAKbz4ktPkJC4QjgmctXIBr9Ei4tLz1jBKbaZMquOqS8/llVdexGI5t0IJ9NyV83nzK6/ijBWLWblsAa+84kKueenFLNJRTaEm9HlnrOSaq17IizR+VVpFn7Z4Lm942eUsXTiHGRPrJIvTef3LLmP5onlcftFZvPXVl/PCc8/AH+mcuXwmb3nVi1m2cB5zp43lpZeewWteegWTJk7CP1bGwMd/LjhnJM9TULEcmYyF5O7k+PF1qjYykoYB9m9/lMfuu4/tm/bQ3TkgAw1+1Z8KjJ8elCdi5k0pYfGUQkaXDAnXIDZpSYZOC6KAyEkzNPdycnJpDXukM6HIJsiRICu7EkWRCHH4Ew5yOS3Y1DZRgAmSWI1jyg4yqSpHXVE/C2fWUFZsBZ8jtE4LqAzRcEYLgyYeeeIRegcGRb4llm1yckpOPPjucWry9Ovbm6dzf5gQVqwVDi1+giAkULAyqJISCdE+2D9IcWkpnb09Muqt9Pf1M3PKVK55zStYvXKheI7o6OjQzrqLiopqMlq8+qO4XDbCRU72SzidaBBtgTEE0mgjmSfCJBXlFXR2d9PUcpzJ06Zx7bUf4W1vfTPXfug/WLRgHhXq1+/Odu7aS0Zt+uQgOweH2Ccn5DcCrW2d7NPCqKW9m0NHjnGk8TjNJzpobutgf/1R3T3ukoNp5oQWmoeOHWX3gYPaLBzgmE5+2nu6OVB/WPY/qbEJ2L3/MI+v3cS23QdU3khLZydrN27kkSfXckj32J06cTl07BgHjhxl9+4d7Nq1G2skNznrOO98wFjZUw2Ad+RhIMdiRuTuy3nGYwWHU6WREtrYSYkso5eupO600xhMqKGUqb+3m9aDTezefpgxCxZhk0kKdIZZrlX57h/dzLEHf41jSApktPUbT6its7EwmLZ8+4e/0DGGIVDB9m17OLBnuwYqZp0u/PcfrGfz1q2kUjF1Y6rZs/cwC+bP451veTmXnbtCx0xldPhf2+xs4T3vfDUve/kLmDV9FtaJWhntUJd4U2QIyqrL86uYcGiAnbd8O/8f1xXnEkSJBFXTJjKQCSitrKJSl8aBaMelCMdMZPaLXoyYIS8E/BNgfaTg9dYoPvXGEqbEg8QkXpP4nY5vJ1I00WLIu92YtEuQNepbCCKtfnIa0sgaosCoPMJD+k4iIfJHao6ssjnxFOA0KVNyUCtlwLZv38H2XXtYr63/ju3beP1rrqBaZ4OB+lFnoEntUBtR4ydIJCyRCZUL1EdEbDWWJgCr4Izg860w1lIuZS9OFLJ1y15K1d+bXnO16iNRhDB6bIL1bY1RQlX6Cpu+J9Ma3xhJKkK7MJXFvk1GfRucJlis/jy8U7lmHoGOSNGk85PQyfg41QtYfYUY0ayPcBuFnJApiAOfI9BX9Kpi5A3Up8piyTNWOyc5k6dzpFqNhTZSJsaXmzgkkJzw/Qmnt5qBEc7YEetCYql2M5s3b8MfdW7bup+HH3ySl+gyfv60CRi1MZKdH3ec0IkvI31TQ0494jafNL4Pden5dcLt6TDqzzo1FN9eBihtfFrl+Xo7QqeH80gcoksJUYYPsc+rzzys2iJ6cB7AYeMA6/NeF4TTmlh51cUKeo0ZwaXkn32NcaD2SE/RY4zJd+P7xWYVDaq6H5frorxM8pQhTqSK8juWREFIMmGxCTVUyGlHUVwcMXdqAYumWKoLu3EZBZX7LkIsTruYWI4nobE0oj2W44lltCItGK2xnmv1GQtSkWCNMSQSEaVJ3U9NDphSNcyiGdVUlRti6ZURPYFwFRUVEgZqo516WWFAcSoS3QPCJ930sjLKKziR+pe+/rf0PGxoE0KsOaX57OkNrPgQ7e1yNt7xBakCmk+00tbeQYMcwq4du9i3fy97DuyTgT9O90CawpIyGhob8cINRbN3zh3dfZSUlLJq8XwtGicxYcxohoYGadNOZcvGTYwbU8sFZ59BW1M9n//UJzm4/wCDOiI8uHcfu/fs1f1UDf/yT29m0cxJnLNiMXOnT+H888/Cz33vwOvGlLN4wXTKdIIyY9IYZk8Zq533BCqLU1roTmTKhDFMnzRBC+ZiqnS0OGHcWGprRitfSsqGlKcCOf4pjK4qY+K4MUyZNA7rtzAGCAKcl4Ox0miDCUKwATaRxCeNdQKxCgEYL3WHtYKVTXASQmAMxhj+8NHU9sAGoxonJH7snIzV1IuuoGj6fLKRpVAr/IKacuavWa77nz4tXtJEmQxWylQ81Mv+22+VI7iZTGcrZ6xaiMkM6SgjK1ObZPPeRn7l//AxA9WjS3XU9VZsbEnr/mnliuUkCkqYMKFOK855FBcWMl4r2KQEYUVIj87Y+/p6eNELz9FxyzFu/NIt7Nh9lMAW4gJLQsK57NzVlIcxgwf28OQXPkvbk09SqOMQZwso0kreSvhDOvs/sesQTfsOgrH0qc8Zl7+IxJix+by6ws8ALwl8xhsA/JMvUcJiTELKkuO2n9/LV37wS7bu2s9P7/wNG3Yc8LZGR0wZtm3fyw7d0WzauivfxhojZ2XYtHUPX/j6T3S8ckCrhwO6zH+MjYJN63KaWAPmDZpatEtBb77zfsnrKYrLypk7ZxaLly7gnLNWM218HTZvoCx+wPMWRAAAEABJREFUgEcocxhcvn9DwJ49h3jyyQ0qswqqkZxjE4OCcYpkwGIliiWTyy45k6WLZmn1v5yayhKQWglE8anXKCE82vmiySdswonvjV4dn24V3+s3b+awjgAwAbEL2bvnMPv27GP3vr1s0fFZTsY59jTbAGOEzxq2bt+jI4EWpDw40WKcwwi/OhMFgcoC34nKxJdK/FcQvpqRdCw5OA2Xy5eRHy81MQoY/QiHvjJDIAOEeHfKk29hBBTngxNdVZU1nNDxY0l5JbNmTdOu6XQmTq1jw4ZNHDpwhMfX72Dttp3sPXyYx5/YQGNLB34REQsneszJvn1fPqB+jjQ186v77iedVYl4w/crnfO8+jQaE5xIyH+sTyiMcObE7+59h3jw0XXSG+VEv1GZF50zwqe8M46Rbj0Sg/P41S8ny32S5/QITx5ecldjR4RzfZr3LfR1bOLE0ftoPfJzmg7+kr6uegoK0b1jRLeO8v3/hzPQmyGdiRjWcZrVnHQ6xi0rGGal7ncuXFbNhIo0IYME1hFrISOOsTJMiAnjdSt2GGNwckpO95Khr1PeG+w8WXGaRNzJ1Oo040t7mTetXIa6VNqexZ8ARLr8T+fv6Abxf4fndwvjJlSov71kBh+i9/gD9DSuY7D3OE5H9UieI8Hl0f+pj3cWJtaoSX9DGWgne5cTjbF3sNa3dNQfPUKs+qHhrE6EjvLUpk26jtihU55drNNisrmtnVrZoYM6wmyVo7GaA77/WPw+8PDDbNHx+CUXX8jrX/9q3Wv28v1bfkK77rp/df+D3PGre7XjP4ePfPCDvO4NbyItG/TFb31f9f3c8evfcPPtdzNpwjjt8t/C1S+4kEIMVk4a6Z2VPqzSzrq6wLJ68QJGVZTg74v8Efdi7cDLyoqYrFOvmqpypk+dzKTx4+S85uOPG6dOnsTE8eNZMGc6JQUBy+Qw5+l0rKaykmoFF8fEftwAYwz+8WU+GUk2sSQda077fBxH4NMCitXOGKOxCdTO4kSnDzzjsSpTJeTRCph8CEnU1LL0Na8jPbqWDh3bIYU7vGUTg4ePYtI5kjWVhEUpIl3OFqaH6HjoYR6/8VPUpTu45PwlJMOc5oiIkWP4wa0PcOvdT8jLjic0sY49zucF563hlptvpbXlhLamvZgwoLZuFJMnjdf23RE5SzJVyFwds1SWFzI4qDJTIGWGyIDVCnf5oomsmD+Whvtu46mbPktu/yGSUiCnXVCVPH9pbQ3pgS6Guxq1a8uiRRODQSFTL30xFf43Cq20ypzkHVCS/CMZGBw+nS9zSmkAimTIq2vH5S/lF8yaobP7KfzXV36A/yWEZjm9bTsPMWXGdK2O5KSEw8lYBOJ3ypRJHDjSRKW27f6o6kwdSf3qroe4/e5HiT0NQu+7qK4qpbq6lrbOYTnpiQQqT4gAo0HV/MUYUeUHzANr0NFAD2c1KRpaiAUzc9ZkVq5aKgUwNLe041esHizWJHQmS+ysgsHbgVadC8fC74hRFwqBUqg+xgm/XsW+xqfUxjdS0iv6hm37hL+DFcsXMUHjpVHWscUA/h8AnTh9GhMnT+aItvCRVsJGSogWNZ4OJyZmSm61o2rUl/ohUh+oSv1Ivk5UxKIJ0TlSETPS3hGJP9TKCIca4GTcvCNzPpMvd6Ldh1ixwTnyNfmP0rEKYrXViwmcerL43xRq19GTM5YCHfuG1ugoqouJUyYydcYUGpraOFzfxPQpU5k6ZYp2610YwaL+JHr1EeN0P+rznuxYn8LiErbuPiSjrT4E69BPLP4QTUorUmsjGqV7QnLKwaiptEV0JFJs0Y5YADi1i9XAy1fkqxujMlSS08fl9zTGgUerEiX0Kv+Hk1ylf+IVHcLoAfJ9iIrIDdE3eJQw2ahFZBujRrdpx9ENmuclWpwa7RQwRvrlGFYjHZYQKB+ERjtSSMnplgdZTptVyIvPGM388ZGcSg86sIAgxIYJvL76MQl0PBVqxxCoPNLiLC2dcVpo2qQhCDIU0MnccYapVWkWTKtmnI73EX3k6TTo5CtPR34BoHFNlQbUja/CBS2E5ijJ3E4aD/2K3bufUp9ZRh4zEv2Zb011DUkRHemuKHYCllMqSqWora6ioriYwoQlo+Oq7rZ2SotLKauooKpmFE76m5MMausm4P++8ERrIy3H6vH3uDIhVJQWUFiYoLn1BB+47tP803vez7s+8BHe9aHr5cz2iKcAv6v64c9+ybs/dB3vufYTvO+6z/D+6z/Hhp37GMxA50CGn9x1D//0H9fy9vd+mH9T261aDD+l+86KyiotHEp47In1tHcP8OT6zWzRAvqRdRulm/vYqkXjXh3Rbdm5i126dzqoBVd9Q4Pukw7rnrmJg0cb2LP/IFt27mFYOrh+6zY2btvOjj276dWxZF4voxhrAgLrg5VwYmKNXWACLIFkoCKLVNMR64ufeCryUWFxMQUFBVIhjYNeFT/9qsnTaYx+fCfGmHxhQd04TvvHt2JGjaVXl7ZFKvXOoHDqJAqnTWI4GVChQdM0odANk2o8xrqv3cR5owIuWzmTMNerhXBGWEu445dPce2nvs/RlgE6hyK+8K07JNSsKLY0N7Zra5umbyjgq9+4laee2Cr6HcVyeM2tvXzyy7fw7R/9gowUNtJKy2b7uGjuBF63bArrbryBQ3feQdnwIEkpTKEcacWsmbT0tv//2PsOMLuKK83/1L0vdL/OOamDWt2SWmqplbOQEAJJZIMFGBuMMTiAEVmAAecwHq9nPDtr73h2vpldz9gMY4MxGYxNjhIKBAWUY7dCq1utzv3e3f+/rRYSxoAN34xndy73vKpbderUqVNV55w6JQm0bt2Ejs07Ee1OhYaq00/DsFNOQ9WC02AuSr4Cjugd7+DQjxa+/WHe0XzgYaDfcKhzABu37cHouuFI9yOM3Vdg3+Ej+NnPfo0zFi3CCi6MlavWIiDPzlIcZx+Ms8H9i0Qijk9ddgGefvE1et3tAOtZRSMLxBAgYuorwKuvb6S3/RxWMXb74ONPY+c+Gldqnjc3bMUqhj/3MJz5wiurcfc99+MtLqqneaG/9rXN2N3Shn+5+wG8xgvOl15ex7DfBtCHCD22tTwpbtu+Fz/5h7uw+rWN6KJnt2n7TmzYugNr2U8/FyCZ5cuOALQxTr55yzYu0LewjWugnwtgb0sL9Dfg29pbGSaJUI6A5zvO4R78j3/4Ofs/hEULFyAS9XHg8GG23chTxyvY09zCdBU9wQ6kgii27diH9bxU3bpzDzdZP554+nl+b8NqbpRVvCsUL/2pAFu4WTbwInzzlp0YoKC27GxmHHw3+zuIJGU1IMVvQMeRbqxZ8wbe2rwNbe2d6O5J4vlXVmMbL2FXrV6LHbv2UIk7dPMCY+3ra7B95w70DfQiHIB2AsdeV1ONksL8sChFxWI8+VHPoqQkH2PG1qKd49nEU+GmzTs4BvAexWHPXo6Dp+8dlKPnefAjaeRtH9ZwQ3d09+FIVxfWUpHoT8y9/uY67KazkFQPzrBrTwu2Mva+90ArODQYlXPS/HAT619t1pj1zzQd4okk4DgHuJQ2b+X4t+/D2g3b8CrltO6tHRjoC7CN6725uRlBECCVIiL+mCcFM+O8O3iWQQVbwjuRLvQx2mE0/n4y4DJNIuBdhXMejLKRYuqjsnbOh48IAkRh9NP7aUb66fhRA6NhZC5OmZmHSSN9ZLh2RGwAsUgEHvdxLBqDcV/10asOnINFAbMkm6WoT/qQ7w5j+ugEqgo6MG/OCFRWFiASGPykwQY80vLJ7wBlNQCyBBn3nLx8RNITCMAqxmgGaNQi6fkYPXo8nHksteOA2T/wpoIUykpLUEFwvEMiY4Bz7CuAnObPXX4pvnrLzbj+qs/hXK71KWNGor6yjPdEnZRbK+LOUEHHq2nkSCycMRtXX3Elbrr2Oly/7BpMGDee5AL00skKvBj6Aw+d/Smk/BjXN/tg3/AcAuoV/dNqHT19ONLXTzxggCozRZ77qfz7uDf6OQ+ttFBdypvDke5eGpkN2Mp7oVaetNZxrbZ1dKG9swet3BPtR5i2tqPtcCcOck11cn3qnx8TvMmQ4I69zdi2fReaGX483NnN6M5a5g9gd0szDrW1c+/0wji2KB04rTEBKBVH2Xieo3MwwPXHdUL+Brg2zMB5cjD+53Nt+9QT1VVVSI/HiDc4SxzOsdeZ2bGP4zNmLLcI0oc3YOKllyNeWYtuxkLTGVZL86LooFeenZ8PnZT6AHi0+AwfIruvDXse/FfMSfThysVTUZoH9PW3obO3j5tnN275xk/wtb/8Kd7atBcRLt6IH6ewU/ibv/8Z/v5fHsKG3Z148JnVePKldfjb/3V/iP/Uy5vQ3e/gJbsxLJHEZxeMxYLcfqy76+8AKqusVBQRKoJEMT2U2mp4GZlINx9JKvAId7Cxp0PRNJSctgh1S86GRePg6qSIJBAy/66vvV1qxOMbliRVHGDN+rfw/Msr8PGlS+j5+Xj2+RU4ad5UHG7fj3Xr3kKMnnJVzTCtK/ZDDpzB54QFcPSAAuQwTJai4uikEg3Ja9GzjkVw3JQeO8vKycOK1W+ilt55YWEJ7n/kd1S6nfjtM8/BIglYNJ2XqhnIzMhHTWU1DXYQhpeyGPON0ZMdPqIaBWUFWEdl6XHO0jJysHLla8jkhWicm7a+ngZ91Zt47MkX0M/NseKlVxiC20Z+OUZuigOth/GPP7sXBYWF4RH+0Seewa6WVuTm5aCoqAg5GXkwKggjbk5GGm654YsozC3Af//RP+OuXzyO5kNd+MXDT6GkvBxZ2TnoGejDnv1t2NvaFoYsn35hNVLm8CQN0YGDbbx83Ufl3oaqqmrKczUdlm48+LvnoAvZCtI42HoIL6/agGfp6QXk8qmnng3/KLQju5JlBzdeemY2Ojp66QA9hmg8gqdfWoUD7R2oIs2f0Ugf5Ea856EnqariyOO4ersH4DyfFAApNN8zzplBD/UeQGXLGoBOA51C3PVvD6KXa/HNjRvpaW7B8yvexOo3N6GU4Y/tNHwDAXCAodcoN5zjSf3/3HUvjBvxyedWoHl/O4qKi/HAQ0/Q+erDz375GPbwoll8PP3CSt6rrufaMPQPOG78JP75Fw/SqMdpIAtx34NPYD0doH+95wEa715s3bQTe3bvxSEau8efehHmHFpbD8LMwo3u+I0P/JBpeCG2mcG4L6OuBLn509G6PwOd7T7LHAJGQwZSA0jXH5iJReCHY4yjj/iH+tKwvyeB5iOZaO7JRktPAZrb8tHakkRJIopTx2dj0eQsVGYfoUE5HPaWYjhO99YRi4V7I+KlEDcg0+tFbVkfpjT4KMvsxmieuHuTWTjUl4t25KDdstDlZaNjwKfSZlsXA6iYI56PwtJcWCQZOncDSR8dvSWoGnkGMjKHAdQDZuwAGi8/3+M1GLIzEpg/dy6oQ8lvChJpiu1fXrkK3/+rv6bz/Hd49dVVaGZNMBEAABAASURBVGujAYp4qCorw0nTpmJK4xg01FejsryY1xBxOHOMqjTj0ccex/d/8EP89sknQ0fQ+T6isSh7AqTYe2ltUuTNeY6cGTSmZH8SWtsDMtqBhQqflQD5MGcQvhHfiTk26WcIs5/GS98C6RMzI7pDQBnJT0mlAgCDfSivSIacGPUrMI5FwI1APJCjAJ7H9UE6Afd6APGURIy8q1ZIKtepVzyxIzjiGrtxKcdTswffU38pJKh7p02cCGMjC39Vzo+j74lfRwvDhCNRpCVlEWTVj8V4xjCtqg6H+1I4sHkz+vcfQAfDbc0MRZU3jEYaN6QX9eBxwWb0dmL/bx9A7vrncOOcBiw7tQnTqzJQlDD4FNiBLduQ4LE/4Qdw6AGz2Le7HameFI+2e/AW4+j/80f/m0rpJaQYkx6eFcO8mlx8/qQG3HpKI3K2PouDLzyKgqhD6fDhKB0zBjkMsXRaEm17d6Odnm92ehxeEkiZh4M8kVScdQ7qzjoXqVgCCAyShXrH+z7BUQxjE0GABGnPm9yAmU3jcPcv7scBeuKrefIYS16+8JlL8eDjz/AE1Uejkxt2FaQMXhCD+pPSMwAbed+SFh1AEe/myBBpB6wHUpTIAOvBkkRaFDnZmUjEo8iiwk9RttmZ6Zg6fRru5XF91Zo1MKNMqTTlfUTjCXi+B6NLH1gKftRHGk+Z7uhiTWc+FvcAlyIkkUaFvWnHXhQUV6CKF5qXXLwUdbzQT4XyiaBl334qvyQSGenISKQjr6AAb67fCOc8+BEfHvuCga9hH09rRfk5uOzCxbj8sk/goSefw6rX1qGz8whysxIYWV8Pxaczs7MR4ULesHk7iksqUF5aiKXnn4nykgLkZeegsCAPmcRPS0/nsgc2bWlB7YjRyMhMw7TJE7COoYZhFTUoLirAeWcvQQYdIcfwrQUppFFGO5r3YP/hQzz59MNRNomMDOTkZLF9BsBNdYgnvi3bdmJE/XCk8yI8JycXbErZO5gZwBw0fhjnog/mApbxZVXL/sNUCHHyWoK5MydhLC+T17++HqNqRyInI455c6Yjwn1TQF5LcrORl5nJu4tOpEUjyMkrQH5hIWWYBz8ShTzTFateCx2JBMfa2DgOK1auZZ8Gnwp29959OHioE8MqipCdk2DbMrz86jrkF5dA9xVGzJF0eOZObaLhTcObG3eihPIsoqPgNN9k+YO9Gh8Hdwx58DsI0mCxKhQPm4G2I0mOOwnnRZBMcZ1yfSEWgaIEm+lAuqyRyBs+H0X1i1A2+nQMG7MYFfXzUFo1AXmFFcjKykJpcSaWzBuFi5fUY/qIKArjfdwTfXAYoDlLUm4EmrYCGqCp9XE0lgOlRYYp4+tQUVrBNViFjOKpSJSejET5AsSKZyJW1IiWI1HsPNCJbiq+aEYC+UXZ4UiMlC2VhqLS6Yhn1lJacRh1Gf6IxzOHs5YsonEZAZ/7yXNGGkDgx8hpBDsZ9lYY7Ne873nsuecYblsT3q1Xci9pUW3mvdHK11/Dvz38KO761X14lfdFfdzDHg2RIy3PDI7rJSAIH3SekzRKOPqt/W5m6ON9vYp87rdIJAKf7Y0F4WkVxmXt4DsHD+CedHCe48mdc8Y7L8d+jBCEDi8VIpUtSYJFxOacMmOkEXBeFXITLx7LxIPC5AHzRkwLwDYG50TfA5ugl3ylUkn2NcDPIKyP0np7BgophYBSDxxgLDCW+Sw5bf48TGgcw3q9JIoTH6KfWDD0FZAR5Z04QQTxyjrMuukm5E+bjh7GUT16R/m5OYyjRpCWl4t9DAP1t/Ui4MJIugGk2wC8XVuw99c/hf/U3TgVO3D9hFzcMbcKX1tQjztOrcWdZ9biaxfOwgXzxsDvbcGZU2rwzU/MxbfOm4I7Tm/CV04Ziy/PrsRV4xOY7XbCvfwAtj/wT0jbsxMJOGQUFmH7wb04kjzCoQKpzh70btuLAYaA9u3YgiTH0JVXjAmXX4URp50eLiQ2Q8olOTRjG2P6fm8KRCRSgDaGa9Yx1LOPF9c76Z0uXjgTzdv3YOWLKykHD/feez+a9+zFOYtOwW8ffRi/fvARbNy2C6+vW4/du7bjpRdexe7du/AyPfzfcJF+/tKlyM9JDyfTzNDe0YlXVr6MXcTdvfcAtm9vwcEDbSzvwvYde0j7AE+WO3DowD5c+qmL0EPvOOJ5OHSwBdsY9926ifLe1YygP8CR9g7s3LGLRtmwd3cLtm9rxvp1m7GT/Pb3gvVdDGEdwJi6aqxd+Qpe573HW1u3o7llL7h+OOYUamuryV8GNm3aim2k1bxnF2bNnEJ6e7GPeAOpFEVD+VDO+rs3jz32O3Qypt7HcOmsKU2YNm4s+ju7Qs+/hfHyA3Ritm/ehGbSGju6Ds889Tvs3rMfO3buw8HWDmznvdPBQ23o4Dzu3t2MgzQANVVleOSRh9DBcOge9jm2oRYPPfwIdlFh76Lz0c17jRQlCPPwmyeeRw+dmsz0bMrkMNoYkji49yA6Wo+gq6sX++hAGUMJZSXFeP21DWjnaWnjW+uwb/9+bh2EoC0ievq3/vbs2I3d5FUGIEWrVUqj2dbWgvUbt6EvcDzpHUBpZSV0cmzv6udpZx9aeUpr4Ti7uFkPcD53Nu8PT0OtrftD49wtPvY1QyEr/TH1N9avh0JzL734AqZMakQXwywdHQephIsRo8O2fXsz+nr6sWvHZkwcP5rztwsvrXgD+9mfH09HJAXMmjqBp66HaLQKYWYhcMF+wNeIJ2ASviRoR+eVSk/eM/0HKmTuFx4Ze3sGeGrqxpYtrdiytY2hoW70Ix8jGuagqm4aKmsnYtiwCRhWOYH3cFNR17QYFWPPQfGI03l6ORlTJy7C/Bm1OG1uAnOafNQUdfIkshc1uYcwvyEDM0dno7qiGIvOuAJnnnUDhjechaqGM1A7ZiFqRkxG7XDSHTEdI8bMQ93Yk3CoJ4pNO1uxiw5RIieNTkkMYOAb8ADqrhRDjDDud65Rjgzgih0EZt/jNbMQLRFPY6htGWqGlQMDffBhiJKWPP6klHzEcLinC6vXv4F7H3sYP733Xjy/9jU88eKLuOue+/Dok8/wTrgd0fR0MJQCeD5gDsa9k+ztRYpGI+CaDGgQPG68gCehJPtRqjUnx9JzDiDf0ajP3gOywXb9ffA8D+nRKA07YFyfVL5w4s33wjqfhkvz5xx4EpM5SLEeUATGOMeipzoZInCuY34E8Qj7oJEhY1Cf4Bgj5NlIPyDPKdbJQA6Ib/IkA6YypQG/e7t72A4cooNPWoKAPDm2Hz18BC65YCmi5I8DgZmRb5zwkNUTvk/4cDB+E1zIGoJEFsZ+6jKMvuhS9GTmYS8XwQCPh51UztbdGRKPBA5+0jHvsbWDx859Ltnkrs1oe/5xHHj8HjQ/+gscfPxXaH3kbhy5759Q3bwaP/jsQozufQst9/099t/3j9j38F3Y9+jdOPzb+9D+3ONwbJ8f9RFLS8DxXmaAAuzt6sbIqmHoO3QIhzdth3e4C45qxbwo+i0T0cbJmPKl65A7fhICF2Mdx2ISm+OADMY8/uATsEa4TGAIeMqJs/+Pn38a7rz1cyjgySY7Kw3fuvNaTKUX9+mLz8LcOVNQVJiDSU3VuPnaz2PCmAaU0ZMfM2o4fvj9L2Pu7PE86WRh1MgRuOXGL2D0iEqQNBAuc4+LwcOnLzwdt1/3WeRlxjByRCm+eMVSHo0DTJ4wEp//zPmoriym1zgGOQmHJQvnY1RtJS69+Bxk81Shv4904XmLEfcCfPaS81GQnYaCnAxc9slzkEn8udObQtz8vDjpfoInPYfJjXW47oufRnFBFseUi6KiUgQBt64BaRGHSy84i0YpkyekNFx60XlIpwd06vxpWHDSVICLM+A8BFyokyY2Yurk8ejoaEdFWS6+cOk5yMuJ4POXfyKkHaNWy2Yo9YzTTgqN4Ni6Klz9uU8gwk2Yx/BlZkYc556p8ZSD3eKTlEMxTwZLTp6GxQvmkO4RZGVmUqZ1uOYLl3BRG7KycxBPz6T8PM06761mY1RNBUYNL4Pk0M8w8cUXnIFyhi09OiFfvOJC5PL0cuG5p6K8MJOK/gguWnomsrJiCKgQjJNhPB1x/0Btz11yMpYsmov+vl44bh6ySrldhPy8NJ58DqMoNxsLT5qAxadMx4H9LUjE48iM+7j8ko/D54bP5Zxc/qmPo4eOzMKTZnJ+U1QmPTj7zFNhyT5ccNZC1FUPo9NxEKfOm4nJ4+pRkJOJ889eBJ/nw8988jw4erQH9h/E0nMXobIkmwrIw7QpjRheVcJ7wl/xzqAbFSUF+BjbROk9Uxh/4hscbedRCg5mAfsO0H1kP/Uo5euyoL+756flIZ5dirqGiZiz8BxccsX1GDdxHvEzKaM0eM6H8zxCFPBZFilBNFGP9Kwx8DKqEMmpQtP0czFr5pmY3jAScxuLcMqkckxtLMOouhFYfPqlOPO8q1Fc1YR4Tg1i+aPgsqqBeC7Mi8FF0uFE18uGFy/BwsWfxJkfuxyTpy9AYXE1HY84MBDjeoiADKH3yD6AMgy4po0Kkx8ADIAj6B0at/LvADOYGYaVluCrt95CQzoTA0c6EdAYOM6PcY4HGPFxJGWkF6Gj3s77nudeWYntdAJjXJvOjyBFPC4vIAXOfy9AJZ9ie48L3XFReb4PdsRTfV+YJrmf9O174Dp34JYL0xTvO41tqVwR4Vx7zhj664EjA2STob0UT7L9GOApKyxjuVKNPZlMkWRAOh4ckR2ZSab6EZCeJ1qcMxMvzuCzYx1EHPEC8pKkkQy4z8k4DIBPXM/5MDN4NFaxaBr0BBykIy3xzyqxiYC8eNQTixcsxNduu4V6JF2onIl3l7sLa/H7v+o4BP4ELgDtDBy9Dotlo2zeQky59hrk8rTUx2P8vk3bEFF8zCceOdFFXYqMeUX5aLr0U6hfeBq8tDjSnCGdA4tSULFIDDmJLHAOgeZt2Pbg3TCm2elpKCquQhYXXpw8+zxxRf10+LnFGH/JJZhwyafgqEBczGGg/Qha1mxE1+4DSNET8sxDH2l35+ej6rwLMO6Kq5FeVQN5GYGRGMeixKPSYRaGFCRk/rzLKwy2IZYqjQ2jsQgKCvNQXJiN7EQafI41jwokNy+T4a8YKstLkJeXBaNMMjIyMXxYJbLpYeUzZFRSlIOSojxkZ2UgNycb8bhHyikCqZv6MqSRfkVZPsqL85GTkUAeccspw4x4HAV5OSwvQEY8jvzsTOTnZlLBeYhxMZeVFbFf0i8uYB8FnAtDMUNf+gubES6yosJcFBcWsO8EysqK2c7nOPJRmJeHWDTCttmorS5BUX4u20YQcKZhDpJNWhQoKsxHPusyGKqMuBSGUcGXUQlGnEdMxzEYYjQ4xQW5KC0tx7CKSi58B3A+sjLTGQ4sQU5uDsccY74cpUVFiHpACWnUDa9CcV4u0shHbWUpSslrIh4NFW5BXgJx31BZUY5+Hh8gAAAQAElEQVSKihKkp8URIV/lbFdPwyN+SYb9p+Az9JOdiKGuphL5nI/amnIUFmZjeG0F5DxkZqSjbkQ1CrOzqNR90q8iH8UYVVuFqrISeFzj3J3QmEHllZOTgdF1lRhJpyErK519INxgeZzv+hFVqKEhSYvGEI0EqKFxGFFdjSzOeWlRLsaMrEYOxz2stADjG4ajtCQfY0bVorykEDnZGWgYWYtSzo/aVpQWU57FKOOpzeMaq+BcNo2hAmcEIjM9hurqMpRz/AWUUdyPYPTI4agszkaWl8IMOgFvrNuENStXoq6ynAziT3y0zo9vajAjUGl29nSgh85drytD6Yi5mHLK5Vh49g04afEXMXnWUgyrnYr0zKLBNSMS5iFg28D4wZ+AioPDYhnLuVrMYvD9fFRUTsPsBZ/EkrOuxFlnfQ7nnncVTj3jAlRUjaJMMzifgBEfgQ+jDvDIosfvlHQQ+ASAWQZyC8bzpHQ2xk67jEbsXJgbh1SqiJVF5D4PHYwiDPDuGWICbAQ9Yk7pe4OwjahUWShhNOZG6rw7bluOpnGNiFNx+eTHOEbqdS4ZgyWNCjgJlwKMkEyRggFJOkNJOiAYRCTfAJtiIOhDf7IXA0kaBobyzAIENJ5KHQl4loQcm3jUuCyF0w/HsjgNme+BdAIYO+vv76Ex6w3bcvDEIT4NCVFgNDhJGoUUjRmbIWA/oIEwyiKgzkySp4CS4lYmwQDdfT0kkQwNnpGM5xzbcDAUgr7BMiiv9hxfwL2S5AmPjeFIJADgeQ7Gugye3saNHEXn/FpcdcVnkZOVzXEQQ+Mk3ru97t0KB8uMiQDkwbgMhGowH4DnI61iBO+VrsK4yz8PVNVx0Wahj4xECEZhGi1ykt7Cvi0b0b53B4+VSQ4hxcEOkF6K68yQS2WQUVKEXMLoxkbkMT4ezUhQPP1I8gLVaJmNiqZfQuvuwN4VL2LzKyuAPoMMlfFoa8SG72EgEkdrLBsZM07GjOtvQvWSxXCZGTAOnj8w/gdzMAIMCIGjOprBuz/Eh0OI64xJuAQBlbEt1yJgxpzPcXHSWO7M4yJyIDrM47SzeQAHgw/j5Jp5gBkABydeOLkBgQUs8mDagHAIiBsITynLwnp+m6c6n7I0FpGukjDnsZVBJAfpG8C+AjJiLAxgrAd/BY7ckCvSNjM4giHKOrYBEMosUMq+EGHGI46DIz5Ik5MHwAMLCMyasQ1gTnyBT8BvBy1Kzxz4AQNg/DFPP4BzHiwAwsXtDOwABuIGBhDRSN8zHzDisV4iMpaB1U58KM+PACmA7VKBg5kDTC9/SNuxD491Rpo2lLIKZkgFAfsnAHCs5y9CpwUGY58B+B9J+xCukU8PPvkAvxF4SHHDQzQlN+KDj5GvgLQMDhB/zGtuw16C4Fg/xjxYB4sgIKZeSZoYzBoC0lZ1wL4Cjks0mIVCLJMnNKKoqBANDfVYMHcapk4ai/knz4UfEacInxA/zH3QHyOigMmxV98esnLHISN3AfKrlyC34nSkZ0+ERStgHpW+y6RcImTNh6MMzNQG/AYkAX2aGQsczAwhDuVixAU4YktHWmYZsvIqkZYogiEBlZtjYj5/fJgZzBGOtmEWLARg7NsDuJLhYnB+HmKZNOS5E+HFpsC5KYilz+B1QhMcDZelHPEJELDZsZd0juVPzIR9sR8zByPEIxHMnz0T37nzDvz4+9/DLVdfhfMWnYaFs2dg7tTJmD9rOk6eNQ1zp03CTIZfZxNmNI7GvPHjsWDaFJw8fSpOmjIRJxN33sQJDFlOwKzxjZg5fgzmMLowd+J4zGf49eSpTZjDtnMmjcf08Q2Y3jQWM8Y1hDC9cRSmN47ETMHYeswm/eljR2IG80qnMZ3SUItJo4dj8phaNNXXYAKhqb4SY4ZXhNA4Yhgaagbz42qqMJ53kaOHlWIMnaymEcPRMLwao6qrUFtajNqKMoxkvr66EvVVlRhdU4164tVVlqFWf7GWjlAt81V0dEsLcjCqchimjR+PT55/Pv7yG9/AD7/7bSyYMwsRnzJ04Fw6GOdAv9Bj+nkb3NvZD5bTXkqJZBDlvowhc+JkzLh5OSZcfT0S46ajPZ6FTucg6x5pO4iWZ55F15r1iHUBHpXbgOdgnFyPOy7Cjdd1oBlBJ2PRb6xFkpfRya7DXGL9AC/4wBbqy2enEV6OH3h5JTpffQ0Kd/ik08/QcJcXQ1d+KfLnL8Gs2+5A46WXIVI8jJs6Ai3CgAtbYGYfbIB/AEub3MywceNG7ORdx09+8hOsZ/z/6aefDv+9MdWrqdlgP8d/O65ss8Fy4QjM3v42MwhfoLpdu3bhscceg5mFio9JWK86gb7N3m7/yiuv4LXXKBeVBQjbKWtmR/OGI0eO4O6778aTTz6JAcZ/9+3bhwcffJB3Lj0n0G5vb8ezzz4b9gs+JHGsfog/7mzSZeVx7+7du7Fly5bjSkAcgx6zwXG8+uqreOihh7B169awjw7eN6l+iK5SMwvbaTxvvPFGmD++3MxCfsxMTUPYtm0b5KUJTwVmhl7G59966y2sWbMGGtNQudlgO+e0Dg179uzBipUr0NzcjB7Gv5955hmsXr0a+tNKBw8exEqePiQv/Qm2l156KeRd864y9bdhw3qIz7Vr12L79u3q5hh00TtvaWk5xq+ZheM5hsCMmfEXYbmZMeTUFfYh2jJ6mzdvhqCzsxN69vO+6+WXX0ZL8yBd0Vf/Gsfx41R74f/pQL5cGjKzqpFI1MFQxGmPAZQbX5jZMfhj+2DTo23BVPA2LTPDB3nMjKwMziGOPmYGoxOCIE5e85gvZTSiGs6Lsp8TcY82+eMSG1x79H9RTid6wbw5DEl/Gst5crr9xutw67XLsPyaq3Hrdctwx0034LbrrsWdN9/I/I24ZdmXsHzZ1fjy9dfi5muuIs41uOPGayG8ryy/MSy/46brmC7DraR3G2E58dTu1qPtbr/hOuJfh9tvuBa3XX8NYRluv+lafOXm6/GV5Tfgq7fcgK8tv45wPeFa3HnDl/Dt22/Cd+9cTrid+VvxnTtuY3pbmH7vK3fge1+9nfnl+Is7b8W3b7sJ3/7yzfju7cvx3Ttuwd98+xv4629+jfBV/PBbX2f6dfy3r92Jv/4Gy771Tfztd75DnG/hh9/+Jn70vb/AT/7qB/jhX3yX1xi3M2x9MUbXj4BJHwk+oKTdB8Q7Di3g5PK042gNwAWQ8uClZSN34kRM+vwyTFx2I0pOXQLUDEdvRjrM97kgHCxG4AWgR08OjuuFcdjNa15H6uARHNmxF/0trTjMi/eevW1o23mQpsgDfBMqfACeEwTg2kI3P7qz8xBpmozhF12CWTctR935S5Eor2J/MQTaMS4AeJzlEqJQmCeND/OaWai0pBzKysp4p9GBgoICzJgxA1JGzz33XKjE29racJh3BlIISg/xfkvKUYpEdQcOHIAUlQyClJpAiqS7uztUXMKPMRwgHPFrZtixYwfefPPNkL6UeBv7kMJUvaC4uBitra1QW5UP9S0jpHp9Z2Zmhko6j2E6n3OSk5OD4cOHh32KT9Hs40V8PB6n990QGjDx1NPTA5UrL3qiJeWoNkpVLsjOzkZJSQk2bNgQKnnVa2zCkbFwnJOMjIxQVsKrq6sTayFPks/evXshQ5ySk0JFLh7Fk5DMOIt0SkRHchGO+hziRanwREd1+la/knU6L5NlVMwGaaheY5KcRE8GaOzYsQxb5iHOsUuxa5wResOJRAJZWVmQ0v/5z38O8VxVVRXKQ3Rk0GUMR44cidLSUsiAiY8hkPMix0V9iSeB+la/Q/2obAjfzMK1I7pq8/rrr0Ny0Vw9//zzIZramRm0RrQmtK5Ub2b4zW9+A8lFiGam5ENBiq3DnSNSFvA0F2jHs/TP9Q3IGMEx4f438cxPiOuPQB7gY2akxgzpau7UlWcOvnnwucY9Fnge4DkjAG4oZZkdB7KbzjM46jjvKBhxwzLy7kgn/GadMe/YVniOJw0XtnPwmA8h4kF61XkefK5b7R2f4d0I93kkEkUI0QgiUS+EaNSHIBbzw+8IvyOxCPM+ovEIIiyP8TvOEHkaQ8exWBQxpmlpUcSZCtLjUQgSaTFkpMWhcH5mehrL4vDEcIoCEnDfgjIDDB/kcR8EaQjHTES1sWlQmE0yNKcwB6MKVPosJ+NZo8dg1IWfxtRbv4nxy25F6WlnoY+Krz2Rji7Px4ATsDEZjfGI43sOEQrOJ23KF84bpD3AUFwft0C/OfS4CNqj6TiSV4g0GqH6C6/E9Ju/golXX4uK+acgUlCIpGdIeQFSNEJJS0JApkBqNGrsj7kP+0rBSEGJjuOKMTNEuABmzpyJTZs24Xe/+x3klT/wwAOhZ65UiuTFF18MTyM6RejkI0Xy1FNPhbhSIjI4v/71r0Nl/eijj4ZKSYrLzGBmUDudymQM5aVLCf3qV78KvXgzC42KlK9OHvfeey9WrFgRgvqSoRK/Al9yJihvZkpCY/fTn/40NGj3339/2Nd9992HIb6lANetWwcpbp02BL/85S8hPpRXX1KaOlWIPxlnGdsf/ehHkCKXUtXGFah/KcyHH34YHjePGNBpTLJTH1LuwtcJQONRvdpJ+QukpO+5557QMOu0J0Ouk40Msk6JMobCUzsZXs2V+Knm/Y7oqFy0JSfJRm1lfMRTLBaD5lQGTIbIzCB+c3NzIZ7Uh/KiMXr06HBeJKOmpqawXT7vLSdMmBDOhfqSQYwyhi56OjmqTOtA60On6ieeeCI8aYtf1Q2B8NXOzELDp/UlWWkNyODKOdDaEN+PPPJI2Lfoa6yiobUkHj8K4MqC6T9LwQQwbieC0o+ig4+cBnmTMjpG12Dmw6gB8FE+nBtzom0A82ACPgH1VZIfIbA8SUgRlLKK6ig4AbhY4KgHlYoESbI1YGYEwJlD+J95MBA4NkcwfjmB8AIwB+IRbDDPJCw7sU/Wqa2A2EaA8gLmjS2M/Zm+CWAEywJwvoGwLszbse+AuEOQIh9DAK4TSP/ynmqAVy44Nih8oMd9IKzjkIzsuZRPQXq8F/LC1HhKCiQwMhaA90NkNhVLR8aocag97xOYfsvXMesbP6CR+jbqP3MVik8/D5kz5yFtwhSgZhT6yqoxUF6DgbLhSFXWIzJyLNImzkTW/MWo/sRlmHTDlzH769/DvK/+JRqv/BKKT5oHr7AYKS62FPsy+HDhn+xzIT8+BeqH/9M0DwEcAjtuAH9iVptdnqiUokjI+1eZFIqUshSSFHJDQwPOZ/xU3r3KFi5ciGnTpoWnqWHDhqGwsDDMy6OWUpEyloI755xzwhPCpEmTIOWXlpYWKl7wkYISLSn98vJyXvBXhGEdnRZYHYar9PdP5OnLCLzwwgtQX4sXL4boCEcgXuWdKy/eRVdj0olPnr/qM3iKkSI+6aSTQoUpJS2jptPD5MmTIV7Fy6hRoyBedSqTMVD/UupqX1FRgYsvvhg6mVRXtZ2YYQAAByNJREFUM2RC463+RF99Llq0KDx5yBBIwSo8Jz7Fh2Q5YsQI6BQlZax2AjOjdxYPxyP+pLg1fp3E1FbjktHUvGh8MuCS8dy5c7Fq1SqYWSgnhds0BslYilypDI14U7uhvoby4k8GSuNUmeb1xz/+cXgKjPNEJaMoGQlkhMws7Ev4MopnnnkmNB+SoeQhuc2ZMyc8kVVWVkLGxoyqX4qJHah/AbOYyKiD5kXrSrKRvFQmfkTLzMJTrmjI8JrZsTWj9h8OApAaSaQIHsER/hO8oRYVn+JXfDMflgXMfDSvKA3BMYoGmBl14ruDSU+ZByPgeKDeBCGgngL11hAMfgPqB3qMP8fAwvKwzgbzKgi/lbEAOihAxuAohDqQ7d+ZgmUIUuxoEIxtQVA6hCuc4/P6JorQQnCsHAKA+pZ3rFqT2qfkGuJLoPz7gWbt/XBOrDfyHrYKIKZpAaA/hUe5EM9Y5sgk65BiPgX+wEWiiGbnIl5TjbwZs1Fz7vlouPwKNF69DBNvWI5pN9+BqTfdhqk334ZpTCdftxwTvrgMjZ+6DOWnLka8YSyipWXwMzIR+FHSTIJcwJz6coDx5clI/DDLTwqFGU4LQrxQJMx+yFfKxOcJQ967FK1OAvJ4a2trceqpp+K0006DvGB54ON5sSflqNOQlJiUqxRKlF6zyjVhgvnz54cnK4Wrpk6dGp5YlJeClScsRSkjplDdvHnzIKUnZStDpzCclJcUslIZt5NPPhkf+9jHQoMlhaty8FEqI6N7DnnROh1I6asP8STlTrQw7CeFp3FqDFL8MkQynlLm4kNGWYpaZTKC9fX14V2UlLNCd6Ivgyj+ZLykrM0sDHOqTCcqnTpkiBQ2lAGSUZAxVV+ql0IX6BQmXPEmUJhU4xQPUtQKlymvchlIM4OZhYpZ86Qw2tDJRWPSHGp+xGtNTU0oT508xKNk3dTUFDoGko/4Eb+iK0dAdzVqV00jq+/LLrssvLtTudaBZCkakpFOazJIMiSaf82ZjItO2aKhOdPp8/HHHw/Dsepf41Nb0dBa0YlR/GudTJ8+HbqDk2ETzqxZsyBjKxqaC82B5lhyVypaHw6Mzb0QtJsF3NgIAX/GD5UjqHtO5DA48fNDfkkyQ/B7pIYq3pkKUWwQjCCVFKYs53KF0MMfZQh8oe8Qh/hD6VA7fQuGvsEnbMNU72CeDYVAMMLb5RBpDD0WGksHYwpY+N9gimOPHcsdzajg3YDVTkZQVDQwsiA+hcqq933d+2K8G4KoC9gpjgGOe4ylgwAxZUNVzOibJ5qUiyKIJWD6s/q8f3A5uXA5OTAZHcbugwgNj/PZkCyyGeRBhlmD0aMwUwowAWDhG/4wG34y5cvs4C8+5GNmjLtGw1OBFM3SpUsxZswYSMHNnj0bUtxSVAsWLICUpBTs6aefDim4kpKS0FjJG5dR0F2E7p7k7Uqhy7hIKcvwnHLKKeEdznnnnRfSNDNIkYmuTiFS2FI+UrJDSkwnAdHV6Uz0dEKRgRR/UnwaupmFpyZ57FKmoinDo/SMM86ATjZLly4NeVffMqAySOpTSnnJkiUYN24cxOO5554LGWEZGyl18aK6KVOmQIpSPOhOrbGxEVKm6l9KsqmpCddccw2qqdCV11glK41JpxadJEVHBkBlqheeyoZoaJw6WVx00UUhD+JbJzPRkUEX3+pL45Kxk6wlW7WXopdi1/hluGUsPv7xj0OGSm0kT9GWY6ExS66ir7mVjDRmlZ199tlhqFbKX7JQqnaSh2hI5uJTY1d+2bJl4VoRDfGVk5MDORfKi2/xIf4EWitXXnklNDfiXyAZiB+tAfEi2poHyUn4knmUjs58OjfiV3Q+Snh7B72d+yjpf6S0xCLcO0jqO6x4R/m/86dYeDd4LzbeDf8Plb0XHWrC96z+iCupbgYpDvE6+PW+v5qp90V6J4L6wHEDHPzG248KQo7CDMsHU2MbRzAzKD5qxhKByoaA38JxTHH0MVpuMwu/wt+j+bDg2I87lns7E2K//fkhc1JoUgja/O9HyuyP79vs99uY/X7ZUN9mBrNBGCp7Z2r2+/VSwMIzMyUhmA3mzU5MVWk2WCZlq+/jQWVmFvIhpa46yUcGVwpa35LbEJ6+1b++lTcbbKu8ys0MqhNIoZsN1uvbzKBHBkjp8Ypc9cJXamYhP6KnMuGaWUgXfNTezMJv1QvPzOjzBGE7GTUZBKVmg7TARyE6GRhmQzwzCw2u7m+GaJpZaODUVnSVqg/JxMxCw6/yoTIZMxkoyc7MQkOnNgKNRetNqcDMQkM1lDcb/BY9nUx1SjR7m1/81/P/oQSMY343YPF/gvfdtPi/C9vagO8HYsRMwlXuPxbEqxTBfywXf/69S05mFip7s8G5MxtM8Wf+mL03n2bvXf/HDs9skJ5k9se2fSf+R0HjnTT/n/v+rwH92Uvg/wIAAP//Wkg2+QAAAAZJREFUAwA/xvjlhw0UKQ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 descr="E:\WINDER SEM 2024-25\College Logo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174" y="160338"/>
            <a:ext cx="4349115" cy="6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0" y="114300"/>
            <a:ext cx="8991600" cy="93829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develop a smart Shopfloor Noise Heatmap Generator for safety improvement</a:t>
            </a:r>
            <a:endParaRPr lang="en-US" sz="2400" b="1" dirty="0">
              <a:solidFill>
                <a:schemeClr val="accent1">
                  <a:satMod val="1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4C9F69-8D19-4DDA-90DF-98A742B56BDA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35951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NO:136          DEPARTMENT OF COMPUTER SCIENCE &amp; ENGINEERING </a:t>
            </a:r>
          </a:p>
        </p:txBody>
      </p:sp>
      <p:sp>
        <p:nvSpPr>
          <p:cNvPr id="9219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fld id="{089DB55B-AF57-424A-AA3C-DDAA088D3F76}" type="slidenum">
              <a:rPr lang="en-US" altLang="en-US" sz="1100"/>
              <a:pPr>
                <a:lnSpc>
                  <a:spcPct val="90000"/>
                </a:lnSpc>
              </a:pPr>
              <a:t>2</a:t>
            </a:fld>
            <a:endParaRPr lang="en-US" altLang="en-US" sz="1100"/>
          </a:p>
        </p:txBody>
      </p:sp>
      <p:sp>
        <p:nvSpPr>
          <p:cNvPr id="2" name="Rectangle 1"/>
          <p:cNvSpPr/>
          <p:nvPr/>
        </p:nvSpPr>
        <p:spPr>
          <a:xfrm>
            <a:off x="476278" y="1118094"/>
            <a:ext cx="3837333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AGENDA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Literature Survey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 Statement	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System Architecture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Methodology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Conclusion and Future Work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References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Introduction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68687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pPr marL="119062" indent="0">
              <a:buNone/>
            </a:pPr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045F47-43EB-4CFA-85B8-57EC616EA918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84442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84048" y="1153715"/>
            <a:ext cx="81672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Problem Statement: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 lack an efficient real-time system to monitor and visualize noise levels across the shopfloor, which leads to unrecognized hazardous noise zones and risks to worker health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Project Goal: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smart system that continuously monitors shopfloor noise levels and generates a real-time heatmap to identify high noise areas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Open Sans Extra Bold"/>
              <a:cs typeface="Times New Roman" panose="02020603050405020304" pitchFamily="18" charset="0"/>
              <a:sym typeface="Open Sans Extra Bold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Brief Overview: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sound sensors placed at different locations to collect noise data. The data is processed using software and displayed as a heatmap using color coding, where high noise areas are highlighted clearly.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Literature Survey 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841248"/>
            <a:ext cx="7187184" cy="3791711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57140-C9D4-4989-A73C-42BDB9E92689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39860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457200" y="1063229"/>
            <a:ext cx="7880128" cy="4007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Existing Systems and Related Works: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noise monitoring systems include: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sound level measurement using decibel meters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Fixed noise monitoring systems without visualization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IoT monitoring systems without spatial mapping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Workplace safety monitoring systems with limited real-time alerts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Problem Statement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515270"/>
            <a:ext cx="8229600" cy="32972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Accuracy Issues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sound sensors (like KY-037 / KY-038) may not give precise decibel readings.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vibrations, machines, or wind can cause false noise values.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calibration for reliable results.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Coverage Area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sensor can only monitor a small region.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large shopfloors, multiple sensors are required, which increases cost and complexity.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Network Dependency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depends on Wi-Fi / Internet connectivity.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network fails, real-time heatmap and alerts stop working.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Supply Constraints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needs stable power.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ACBBD2-2467-438D-92B5-6E0AEE3BCC72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109132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457200" y="1032946"/>
            <a:ext cx="81015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Extra Bold"/>
                <a:cs typeface="Times New Roman" panose="02020603050405020304" pitchFamily="18" charset="0"/>
                <a:sym typeface="Open Sans Extra Bold"/>
              </a:rPr>
              <a:t>Limitations of Existing Solutions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Proposed System Architecture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92727" y="1449677"/>
            <a:ext cx="8229600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BE6DF-541C-4495-BC6C-4CB756F946FF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77514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NO:136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10C954B-EBF4-573F-72EC-A3C299E944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25444" y="1260157"/>
            <a:ext cx="4490224" cy="332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F5E7DAB-D5FC-9996-3B48-8A8479AE88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12020" y="311770"/>
            <a:ext cx="2412380" cy="241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2E38E-E75A-BC27-FC90-74A75164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23" y="1260157"/>
            <a:ext cx="7715250" cy="31646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5978"/>
            <a:ext cx="8229600" cy="119164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700" dirty="0">
                <a:solidFill>
                  <a:srgbClr val="FFC000"/>
                </a:solidFill>
              </a:rPr>
              <a:t>Proposed Methodology</a:t>
            </a:r>
            <a:br>
              <a:rPr lang="en-US" altLang="en-US" sz="3700" dirty="0">
                <a:solidFill>
                  <a:srgbClr val="FFC000"/>
                </a:solidFill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the methodologies that showcase how your project differs or improves:</a:t>
            </a:r>
            <a:endParaRPr lang="en-US" altLang="en-US" sz="2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98819" y="1026294"/>
            <a:ext cx="8493919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769019-FB0F-4A75-9CAB-E3ABAFEBEF9F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498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4D83309-84DA-1EB9-6531-2CF4B485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62" y="1499333"/>
            <a:ext cx="50097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sensors collect noise level data continuously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reads and sends data to computer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processes the received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levels are categorized into ranges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 is generated using color coding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Green – Safe noise level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Yellow – Moderate noise level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Red – High noise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 is displayed to the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Module -1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35280" y="1063229"/>
            <a:ext cx="8229600" cy="329723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Data Collection Module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dirty="0"/>
              <a:t>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sensors are installed at different locations on shop floor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Sensors continuously monitor surrounding noise levels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Sensors convert sound waves into electrical signals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Microcontroller (Arduino / ESP32) reads sensor data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Data is collected at regular time intervals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 Each sensor is assigned a specific location ID</a:t>
            </a: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33DD6B-0B28-491A-A486-1BACEB1B935B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 Module -2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36418" y="1063229"/>
            <a:ext cx="8229600" cy="329723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Module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sz="2000" dirty="0"/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Raw sensor data is received from microcontroller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Noise levels are calculated in decibels (dB)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Data filtering is applied to remove unwanted noise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Noise values are categorized to safe, moderate, and high level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Location-wise data is organized systematically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Processed data is stored temporarily for visualization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4D9957-7CDC-40CA-BDB9-1A230A56E468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NO:136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Modules -3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153715"/>
            <a:ext cx="8229600" cy="329723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Generation Module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Processed noise data is mapped with location coordinates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Heatmap is generated using visualization libraries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Different colors represent different noise intensities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Green indicates safe levels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Yellow indicates moderate levels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Red indicates high/danger levels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37AF3A-1BA4-4ABC-931A-1FCF1E47830D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46787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 Modules -4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204770" y="1063229"/>
            <a:ext cx="8229600" cy="329723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Monitoring Module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Displays real-time heatmap on the system screen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Shows noise levels of each monitored area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Allows supervisors to monitor shopfloor conditions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Provides easy-to-understand graphical interface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Helps in maintaining workplace safety standard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11450C-0D11-4C1F-BD96-C7A07FB7E0FC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6026005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NO:136 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1">
            <a:noAutofit/>
          </a:bodyPr>
          <a:lstStyle/>
          <a:p>
            <a:pPr algn="ctr">
              <a:defRPr/>
            </a:pPr>
            <a:r>
              <a:rPr lang="en-US" altLang="en-US" sz="3500" dirty="0">
                <a:solidFill>
                  <a:srgbClr val="FFC000"/>
                </a:solidFill>
              </a:rPr>
              <a:t>Hardware Requirements  Specification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2972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Sound Sensor (Microphone module)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Microcontroller (Arduino / ESP32)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Computer / Laptop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Connecting wires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A9E7BC-88D7-4AEC-8A80-D9F328442F02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29023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913B-4C71-FEDA-40E4-E1167344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C000"/>
                </a:solidFill>
              </a:rPr>
              <a:t>Software Requirements  Specification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2F67-4843-4596-4037-F7DA00AB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IDE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Heatmap visualization libraries (Matplotlib / Seaborn)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Operating System: Windows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144CD-5D1A-9F12-7B04-1860FB72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58F29-6DAC-EDC8-2277-0D227113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8733" y="4767264"/>
            <a:ext cx="6148038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NO:136          DEPARTMENT OF COMPUTER SCIENCE &amp; ENGINEERING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8919A-144F-8493-C7C6-C54FD467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027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Conclusion and Future Work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87927" y="1063229"/>
            <a:ext cx="82296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Shopfloor Noise Heatmap Generator provides an efficient solution for real-time noise monitoring and visualization. It helps identify high noise areas and improves worker safety and workplace efficiency.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real-time alerts for dangerous noise levels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Cloud storage integration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support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noise prediction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industrial safety systems</a:t>
            </a: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 startAt="5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AutoNum type="arabicPeriod" startAt="5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30000"/>
              </a:spcBef>
              <a:spcAft>
                <a:spcPct val="30000"/>
              </a:spcAft>
            </a:pPr>
            <a:endParaRPr lang="en-US" altLang="en-US" sz="1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3FE90-D020-4B3E-8B4D-100D42E03330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77514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2253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00166CF0-84B4-4016-8045-F92C16523328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dirty="0">
                <a:solidFill>
                  <a:srgbClr val="FFC000"/>
                </a:solidFill>
              </a:rPr>
              <a:t>References</a:t>
            </a:r>
            <a:br>
              <a:rPr lang="en-IN" dirty="0">
                <a:solidFill>
                  <a:srgbClr val="FFC000"/>
                </a:solidFill>
              </a:rPr>
            </a:b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8020"/>
            <a:ext cx="8229600" cy="3806603"/>
          </a:xfrm>
        </p:spPr>
        <p:txBody>
          <a:bodyPr>
            <a:normAutofit/>
          </a:bodyPr>
          <a:lstStyle/>
          <a:p>
            <a:pPr marL="404812" indent="-285750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Starke, R. A., Gerges, R. N. C., Dias, R. A., Noll, V., Hamad, A. F., Laporte, J. V. F.,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Ratola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C. (2024).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industrial noise mapping with IoT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Computer Applications, 186(43), 33–39.</a:t>
            </a:r>
          </a:p>
          <a:p>
            <a:pPr marL="404812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A., &amp; Singh, B. (2024).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acoustic sensor networks for industrial environment monitoring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Sensors Journal, 24(5), 4120–4128.</a:t>
            </a:r>
          </a:p>
          <a:p>
            <a:pPr marL="404812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Fernandez, L., &amp; Costa, P. (2025).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noise mapping using wireless IoT nodes and heatmap visualization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Smart Cities Conference Proceedings, 155–160.</a:t>
            </a:r>
          </a:p>
          <a:p>
            <a:pPr marL="404812" indent="-285750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Nguyen, T., &amp; Tran, Q. (2025).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LoRa-enabled acoustic monitoring and safety alert system for smart factories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International Conference on IoT Systems Engineering, 210–215.</a:t>
            </a:r>
          </a:p>
          <a:p>
            <a:pPr marL="404812" indent="-285750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M., &amp; Smith, J. (2024).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IoT sound monitoring platforms for smart industrial environments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Internet of Things Journal, 11(3), 2150–2160.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AC3EE8-985B-42B6-9937-3D92CBED937D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640013" y="4857750"/>
            <a:ext cx="5963660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41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C31F9E-9B9F-4BF0-AFD1-DE8B874A094F}" type="datetime3">
              <a:rPr lang="en-US" smtClean="0"/>
              <a:t>18 February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043545" y="4857750"/>
            <a:ext cx="6105093" cy="2063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136         DEPARTMENT OF COMPUTER SCIENCE &amp; ENGINEERING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1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1167</Words>
  <Application>Microsoft Office PowerPoint</Application>
  <PresentationFormat>On-screen Show (16:9)</PresentationFormat>
  <Paragraphs>154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Open Sans Extra Bold</vt:lpstr>
      <vt:lpstr>Poppins Bold</vt:lpstr>
      <vt:lpstr>Times New Roman</vt:lpstr>
      <vt:lpstr>Office Theme</vt:lpstr>
      <vt:lpstr>PowerPoint Presentation</vt:lpstr>
      <vt:lpstr>Design &amp; develop a smart Shopfloor Noise Heatmap Generator for safety improvement</vt:lpstr>
      <vt:lpstr>Introduction</vt:lpstr>
      <vt:lpstr>Literature Survey </vt:lpstr>
      <vt:lpstr>Problem Statement</vt:lpstr>
      <vt:lpstr>Proposed System Architecture</vt:lpstr>
      <vt:lpstr>Proposed Methodology Outline the methodologies that showcase how your project differs or improves:</vt:lpstr>
      <vt:lpstr>Summary of Module -1  </vt:lpstr>
      <vt:lpstr>Summary of   Module -2  </vt:lpstr>
      <vt:lpstr>Summary of  Modules -3  </vt:lpstr>
      <vt:lpstr>Summary of   Modules -4  </vt:lpstr>
      <vt:lpstr>Hardware Requirements  Specification </vt:lpstr>
      <vt:lpstr>Software Requirements  Specification</vt:lpstr>
      <vt:lpstr>Conclusion and Future Work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Neelima Kurakula</cp:lastModifiedBy>
  <cp:revision>27</cp:revision>
  <dcterms:modified xsi:type="dcterms:W3CDTF">2026-02-18T17:05:09Z</dcterms:modified>
</cp:coreProperties>
</file>